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</p:sldMasterIdLst>
  <p:notesMasterIdLst>
    <p:notesMasterId r:id="rId28"/>
  </p:notesMasterIdLst>
  <p:sldIdLst>
    <p:sldId id="257" r:id="rId2"/>
    <p:sldId id="288" r:id="rId3"/>
    <p:sldId id="289" r:id="rId4"/>
    <p:sldId id="308" r:id="rId5"/>
    <p:sldId id="260" r:id="rId6"/>
    <p:sldId id="261" r:id="rId7"/>
    <p:sldId id="300" r:id="rId8"/>
    <p:sldId id="304" r:id="rId9"/>
    <p:sldId id="302" r:id="rId10"/>
    <p:sldId id="303" r:id="rId11"/>
    <p:sldId id="262" r:id="rId12"/>
    <p:sldId id="290" r:id="rId13"/>
    <p:sldId id="291" r:id="rId14"/>
    <p:sldId id="265" r:id="rId15"/>
    <p:sldId id="266" r:id="rId16"/>
    <p:sldId id="292" r:id="rId17"/>
    <p:sldId id="268" r:id="rId18"/>
    <p:sldId id="269" r:id="rId19"/>
    <p:sldId id="293" r:id="rId20"/>
    <p:sldId id="272" r:id="rId21"/>
    <p:sldId id="294" r:id="rId22"/>
    <p:sldId id="295" r:id="rId23"/>
    <p:sldId id="297" r:id="rId24"/>
    <p:sldId id="298" r:id="rId25"/>
    <p:sldId id="306" r:id="rId26"/>
    <p:sldId id="278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hiS" initials="w" lastIdx="1" clrIdx="0">
    <p:extLst>
      <p:ext uri="{19B8F6BF-5375-455C-9EA6-DF929625EA0E}">
        <p15:presenceInfo xmlns:p15="http://schemas.microsoft.com/office/powerpoint/2012/main" userId="whi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9F25"/>
    <a:srgbClr val="F07F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7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ED9BD-6095-4FAF-B302-82FC5B26B15B}" type="datetimeFigureOut">
              <a:rPr lang="en-IN" smtClean="0"/>
              <a:t>24-5-21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1D1FF-EC0B-4796-846D-66A16CBA5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220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8339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4238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0560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423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0828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06808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85868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5289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042967" y="1037461"/>
            <a:ext cx="10106061" cy="5152851"/>
          </a:xfrm>
          <a:custGeom>
            <a:avLst/>
            <a:gdLst/>
            <a:ahLst/>
            <a:cxnLst/>
            <a:rect l="l" t="t" r="r" b="b"/>
            <a:pathLst>
              <a:path w="3592202" h="1831582" extrusionOk="0">
                <a:moveTo>
                  <a:pt x="3554475" y="588873"/>
                </a:moveTo>
                <a:cubicBezTo>
                  <a:pt x="3581881" y="-89254"/>
                  <a:pt x="2593478" y="24995"/>
                  <a:pt x="2107652" y="528"/>
                </a:cubicBezTo>
                <a:cubicBezTo>
                  <a:pt x="1659207" y="-4515"/>
                  <a:pt x="1181252" y="27319"/>
                  <a:pt x="750347" y="64701"/>
                </a:cubicBezTo>
                <a:cubicBezTo>
                  <a:pt x="-8045" y="130474"/>
                  <a:pt x="40101" y="825724"/>
                  <a:pt x="6973" y="1349129"/>
                </a:cubicBezTo>
                <a:cubicBezTo>
                  <a:pt x="-5853" y="1475480"/>
                  <a:pt x="-13088" y="1628228"/>
                  <a:pt x="99056" y="1715663"/>
                </a:cubicBezTo>
                <a:cubicBezTo>
                  <a:pt x="135341" y="1744165"/>
                  <a:pt x="181120" y="1758789"/>
                  <a:pt x="226394" y="1766090"/>
                </a:cubicBezTo>
                <a:cubicBezTo>
                  <a:pt x="547610" y="1798407"/>
                  <a:pt x="870976" y="1810947"/>
                  <a:pt x="1193749" y="1821405"/>
                </a:cubicBezTo>
                <a:cubicBezTo>
                  <a:pt x="1869266" y="1838945"/>
                  <a:pt x="2634630" y="1839954"/>
                  <a:pt x="3306903" y="1773939"/>
                </a:cubicBezTo>
                <a:cubicBezTo>
                  <a:pt x="3542965" y="1713230"/>
                  <a:pt x="3574777" y="1531804"/>
                  <a:pt x="3589730" y="1335448"/>
                </a:cubicBezTo>
                <a:cubicBezTo>
                  <a:pt x="3601744" y="1168470"/>
                  <a:pt x="3566731" y="755807"/>
                  <a:pt x="3554475" y="5888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1059009" y="746737"/>
            <a:ext cx="9865569" cy="5214308"/>
          </a:xfrm>
          <a:custGeom>
            <a:avLst/>
            <a:gdLst/>
            <a:ahLst/>
            <a:cxnLst/>
            <a:rect l="l" t="t" r="r" b="b"/>
            <a:pathLst>
              <a:path w="3506719" h="1853427" extrusionOk="0">
                <a:moveTo>
                  <a:pt x="3499305" y="1166353"/>
                </a:moveTo>
                <a:cubicBezTo>
                  <a:pt x="3487751" y="941889"/>
                  <a:pt x="3482379" y="741016"/>
                  <a:pt x="3468150" y="516750"/>
                </a:cubicBezTo>
                <a:cubicBezTo>
                  <a:pt x="3459578" y="392635"/>
                  <a:pt x="3434540" y="262425"/>
                  <a:pt x="3343926" y="170342"/>
                </a:cubicBezTo>
                <a:cubicBezTo>
                  <a:pt x="3249760" y="74400"/>
                  <a:pt x="3105299" y="78500"/>
                  <a:pt x="2981184" y="57847"/>
                </a:cubicBezTo>
                <a:cubicBezTo>
                  <a:pt x="2181223" y="-47983"/>
                  <a:pt x="1370738" y="7114"/>
                  <a:pt x="571983" y="97465"/>
                </a:cubicBezTo>
                <a:cubicBezTo>
                  <a:pt x="583142" y="79706"/>
                  <a:pt x="597415" y="64118"/>
                  <a:pt x="614122" y="51423"/>
                </a:cubicBezTo>
                <a:cubicBezTo>
                  <a:pt x="621729" y="45657"/>
                  <a:pt x="614122" y="33314"/>
                  <a:pt x="606317" y="39277"/>
                </a:cubicBezTo>
                <a:cubicBezTo>
                  <a:pt x="584019" y="56115"/>
                  <a:pt x="565669" y="77601"/>
                  <a:pt x="552470" y="102223"/>
                </a:cubicBezTo>
                <a:cubicBezTo>
                  <a:pt x="551023" y="104503"/>
                  <a:pt x="551176" y="107419"/>
                  <a:pt x="552843" y="109545"/>
                </a:cubicBezTo>
                <a:cubicBezTo>
                  <a:pt x="552996" y="111124"/>
                  <a:pt x="553654" y="112615"/>
                  <a:pt x="554728" y="113799"/>
                </a:cubicBezTo>
                <a:cubicBezTo>
                  <a:pt x="574416" y="135921"/>
                  <a:pt x="597985" y="154271"/>
                  <a:pt x="624273" y="167908"/>
                </a:cubicBezTo>
                <a:cubicBezTo>
                  <a:pt x="632429" y="172162"/>
                  <a:pt x="639401" y="158700"/>
                  <a:pt x="631025" y="154315"/>
                </a:cubicBezTo>
                <a:cubicBezTo>
                  <a:pt x="609956" y="143265"/>
                  <a:pt x="590728" y="129014"/>
                  <a:pt x="574021" y="112067"/>
                </a:cubicBezTo>
                <a:cubicBezTo>
                  <a:pt x="1426426" y="15774"/>
                  <a:pt x="2294047" y="-40901"/>
                  <a:pt x="3145004" y="97048"/>
                </a:cubicBezTo>
                <a:cubicBezTo>
                  <a:pt x="3209331" y="107550"/>
                  <a:pt x="3269536" y="123884"/>
                  <a:pt x="3319414" y="167886"/>
                </a:cubicBezTo>
                <a:cubicBezTo>
                  <a:pt x="3474552" y="310265"/>
                  <a:pt x="3450632" y="540604"/>
                  <a:pt x="3463897" y="732531"/>
                </a:cubicBezTo>
                <a:cubicBezTo>
                  <a:pt x="3470474" y="878856"/>
                  <a:pt x="3477052" y="1001085"/>
                  <a:pt x="3483783" y="1147410"/>
                </a:cubicBezTo>
                <a:cubicBezTo>
                  <a:pt x="3501191" y="1385138"/>
                  <a:pt x="3525965" y="1744218"/>
                  <a:pt x="3230532" y="1813916"/>
                </a:cubicBezTo>
                <a:cubicBezTo>
                  <a:pt x="3161470" y="1826939"/>
                  <a:pt x="3088899" y="1823212"/>
                  <a:pt x="3018938" y="1824396"/>
                </a:cubicBezTo>
                <a:cubicBezTo>
                  <a:pt x="2066294" y="1838384"/>
                  <a:pt x="1110998" y="1858664"/>
                  <a:pt x="159779" y="1795412"/>
                </a:cubicBezTo>
                <a:cubicBezTo>
                  <a:pt x="96198" y="1786642"/>
                  <a:pt x="52897" y="1750883"/>
                  <a:pt x="37988" y="1686381"/>
                </a:cubicBezTo>
                <a:cubicBezTo>
                  <a:pt x="23014" y="1627185"/>
                  <a:pt x="28429" y="1563604"/>
                  <a:pt x="29218" y="1503201"/>
                </a:cubicBezTo>
                <a:cubicBezTo>
                  <a:pt x="32288" y="1285666"/>
                  <a:pt x="37769" y="1068196"/>
                  <a:pt x="45640" y="850771"/>
                </a:cubicBezTo>
                <a:cubicBezTo>
                  <a:pt x="67279" y="849039"/>
                  <a:pt x="84052" y="831170"/>
                  <a:pt x="84403" y="809465"/>
                </a:cubicBezTo>
                <a:cubicBezTo>
                  <a:pt x="84775" y="785085"/>
                  <a:pt x="61119" y="766449"/>
                  <a:pt x="37528" y="771382"/>
                </a:cubicBezTo>
                <a:cubicBezTo>
                  <a:pt x="-10202" y="773070"/>
                  <a:pt x="-12460" y="837024"/>
                  <a:pt x="31082" y="849280"/>
                </a:cubicBezTo>
                <a:cubicBezTo>
                  <a:pt x="22860" y="1075914"/>
                  <a:pt x="17248" y="1302614"/>
                  <a:pt x="14222" y="1529401"/>
                </a:cubicBezTo>
                <a:cubicBezTo>
                  <a:pt x="6724" y="1697563"/>
                  <a:pt x="25184" y="1816372"/>
                  <a:pt x="222900" y="1815955"/>
                </a:cubicBezTo>
                <a:cubicBezTo>
                  <a:pt x="1165853" y="1869451"/>
                  <a:pt x="2110823" y="1854630"/>
                  <a:pt x="3054653" y="1838559"/>
                </a:cubicBezTo>
                <a:cubicBezTo>
                  <a:pt x="3124352" y="1837376"/>
                  <a:pt x="3196834" y="1840752"/>
                  <a:pt x="3264427" y="1820822"/>
                </a:cubicBezTo>
                <a:cubicBezTo>
                  <a:pt x="3445173" y="1765222"/>
                  <a:pt x="3508426" y="1558539"/>
                  <a:pt x="3506606" y="1387089"/>
                </a:cubicBezTo>
                <a:cubicBezTo>
                  <a:pt x="3507527" y="1313642"/>
                  <a:pt x="3502637" y="1239910"/>
                  <a:pt x="3499305" y="1166353"/>
                </a:cubicBezTo>
                <a:close/>
                <a:moveTo>
                  <a:pt x="14683" y="811175"/>
                </a:moveTo>
                <a:cubicBezTo>
                  <a:pt x="12863" y="794424"/>
                  <a:pt x="28933" y="781270"/>
                  <a:pt x="44807" y="788066"/>
                </a:cubicBezTo>
                <a:cubicBezTo>
                  <a:pt x="47241" y="789162"/>
                  <a:pt x="50112" y="788768"/>
                  <a:pt x="52152" y="787036"/>
                </a:cubicBezTo>
                <a:cubicBezTo>
                  <a:pt x="78987" y="795301"/>
                  <a:pt x="73002" y="833713"/>
                  <a:pt x="45815" y="836191"/>
                </a:cubicBezTo>
                <a:cubicBezTo>
                  <a:pt x="30424" y="837594"/>
                  <a:pt x="16656" y="826588"/>
                  <a:pt x="14683" y="81124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9947125" y="723249"/>
            <a:ext cx="1085676" cy="1363305"/>
          </a:xfrm>
          <a:custGeom>
            <a:avLst/>
            <a:gdLst/>
            <a:ahLst/>
            <a:cxnLst/>
            <a:rect l="l" t="t" r="r" b="b"/>
            <a:pathLst>
              <a:path w="385904" h="484587" extrusionOk="0">
                <a:moveTo>
                  <a:pt x="316148" y="219239"/>
                </a:moveTo>
                <a:cubicBezTo>
                  <a:pt x="261491" y="116194"/>
                  <a:pt x="157744" y="32311"/>
                  <a:pt x="38101" y="26786"/>
                </a:cubicBezTo>
                <a:cubicBezTo>
                  <a:pt x="47463" y="22510"/>
                  <a:pt x="56935" y="18432"/>
                  <a:pt x="66471" y="14530"/>
                </a:cubicBezTo>
                <a:cubicBezTo>
                  <a:pt x="75241" y="10978"/>
                  <a:pt x="71273" y="-3010"/>
                  <a:pt x="62086" y="586"/>
                </a:cubicBezTo>
                <a:cubicBezTo>
                  <a:pt x="42552" y="8566"/>
                  <a:pt x="23390" y="17336"/>
                  <a:pt x="4578" y="26895"/>
                </a:cubicBezTo>
                <a:cubicBezTo>
                  <a:pt x="-2854" y="30645"/>
                  <a:pt x="-508" y="42440"/>
                  <a:pt x="6398" y="41585"/>
                </a:cubicBezTo>
                <a:cubicBezTo>
                  <a:pt x="7473" y="41870"/>
                  <a:pt x="8591" y="41957"/>
                  <a:pt x="9709" y="41826"/>
                </a:cubicBezTo>
                <a:cubicBezTo>
                  <a:pt x="22162" y="48710"/>
                  <a:pt x="33190" y="57875"/>
                  <a:pt x="42267" y="68837"/>
                </a:cubicBezTo>
                <a:cubicBezTo>
                  <a:pt x="48231" y="76094"/>
                  <a:pt x="60618" y="67368"/>
                  <a:pt x="54786" y="60265"/>
                </a:cubicBezTo>
                <a:cubicBezTo>
                  <a:pt x="49217" y="53468"/>
                  <a:pt x="42990" y="47241"/>
                  <a:pt x="36216" y="41650"/>
                </a:cubicBezTo>
                <a:cubicBezTo>
                  <a:pt x="257544" y="58730"/>
                  <a:pt x="357411" y="281133"/>
                  <a:pt x="371135" y="478147"/>
                </a:cubicBezTo>
                <a:cubicBezTo>
                  <a:pt x="372034" y="487859"/>
                  <a:pt x="386723" y="485952"/>
                  <a:pt x="385869" y="476678"/>
                </a:cubicBezTo>
                <a:cubicBezTo>
                  <a:pt x="377756" y="387730"/>
                  <a:pt x="358704" y="298409"/>
                  <a:pt x="316148" y="21923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10829291" y="1094674"/>
            <a:ext cx="247627" cy="447761"/>
          </a:xfrm>
          <a:custGeom>
            <a:avLst/>
            <a:gdLst/>
            <a:ahLst/>
            <a:cxnLst/>
            <a:rect l="l" t="t" r="r" b="b"/>
            <a:pathLst>
              <a:path w="88019" h="159157" extrusionOk="0">
                <a:moveTo>
                  <a:pt x="87774" y="149186"/>
                </a:moveTo>
                <a:cubicBezTo>
                  <a:pt x="74290" y="95537"/>
                  <a:pt x="49098" y="45526"/>
                  <a:pt x="14041" y="2730"/>
                </a:cubicBezTo>
                <a:cubicBezTo>
                  <a:pt x="8078" y="-4527"/>
                  <a:pt x="-4309" y="4199"/>
                  <a:pt x="1522" y="11302"/>
                </a:cubicBezTo>
                <a:cubicBezTo>
                  <a:pt x="35835" y="53069"/>
                  <a:pt x="60478" y="101916"/>
                  <a:pt x="73676" y="154338"/>
                </a:cubicBezTo>
                <a:cubicBezTo>
                  <a:pt x="76044" y="163678"/>
                  <a:pt x="90032" y="158065"/>
                  <a:pt x="87774" y="14918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3930557" y="673688"/>
            <a:ext cx="1108161" cy="128192"/>
          </a:xfrm>
          <a:custGeom>
            <a:avLst/>
            <a:gdLst/>
            <a:ahLst/>
            <a:cxnLst/>
            <a:rect l="l" t="t" r="r" b="b"/>
            <a:pathLst>
              <a:path w="393896" h="45566" extrusionOk="0">
                <a:moveTo>
                  <a:pt x="386461" y="1"/>
                </a:moveTo>
                <a:cubicBezTo>
                  <a:pt x="259364" y="2172"/>
                  <a:pt x="132531" y="12432"/>
                  <a:pt x="6750" y="30696"/>
                </a:cubicBezTo>
                <a:cubicBezTo>
                  <a:pt x="-2393" y="32011"/>
                  <a:pt x="-2305" y="46876"/>
                  <a:pt x="7364" y="45473"/>
                </a:cubicBezTo>
                <a:cubicBezTo>
                  <a:pt x="133145" y="27210"/>
                  <a:pt x="259978" y="16949"/>
                  <a:pt x="387053" y="14778"/>
                </a:cubicBezTo>
                <a:cubicBezTo>
                  <a:pt x="396349" y="14647"/>
                  <a:pt x="396196" y="-152"/>
                  <a:pt x="38646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5157624" y="649722"/>
            <a:ext cx="371152" cy="57465"/>
          </a:xfrm>
          <a:custGeom>
            <a:avLst/>
            <a:gdLst/>
            <a:ahLst/>
            <a:cxnLst/>
            <a:rect l="l" t="t" r="r" b="b"/>
            <a:pathLst>
              <a:path w="131926" h="20426" extrusionOk="0">
                <a:moveTo>
                  <a:pt x="124504" y="198"/>
                </a:moveTo>
                <a:cubicBezTo>
                  <a:pt x="85193" y="-635"/>
                  <a:pt x="45860" y="1163"/>
                  <a:pt x="6791" y="5570"/>
                </a:cubicBezTo>
                <a:cubicBezTo>
                  <a:pt x="-2417" y="6622"/>
                  <a:pt x="-2308" y="21465"/>
                  <a:pt x="7405" y="20369"/>
                </a:cubicBezTo>
                <a:cubicBezTo>
                  <a:pt x="46474" y="15962"/>
                  <a:pt x="85807" y="14164"/>
                  <a:pt x="125118" y="14997"/>
                </a:cubicBezTo>
                <a:cubicBezTo>
                  <a:pt x="134392" y="15194"/>
                  <a:pt x="134195" y="417"/>
                  <a:pt x="124504" y="19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4733007" y="6019681"/>
            <a:ext cx="1174159" cy="63036"/>
          </a:xfrm>
          <a:custGeom>
            <a:avLst/>
            <a:gdLst/>
            <a:ahLst/>
            <a:cxnLst/>
            <a:rect l="l" t="t" r="r" b="b"/>
            <a:pathLst>
              <a:path w="417355" h="22406" extrusionOk="0">
                <a:moveTo>
                  <a:pt x="409929" y="3189"/>
                </a:moveTo>
                <a:lnTo>
                  <a:pt x="209122" y="5951"/>
                </a:lnTo>
                <a:cubicBezTo>
                  <a:pt x="142580" y="6872"/>
                  <a:pt x="74658" y="11476"/>
                  <a:pt x="8775" y="119"/>
                </a:cubicBezTo>
                <a:cubicBezTo>
                  <a:pt x="-302" y="-1459"/>
                  <a:pt x="-3897" y="13142"/>
                  <a:pt x="5618" y="14787"/>
                </a:cubicBezTo>
                <a:cubicBezTo>
                  <a:pt x="71391" y="26122"/>
                  <a:pt x="139029" y="21715"/>
                  <a:pt x="205351" y="20794"/>
                </a:cubicBezTo>
                <a:lnTo>
                  <a:pt x="410521" y="17966"/>
                </a:lnTo>
                <a:cubicBezTo>
                  <a:pt x="419817" y="17747"/>
                  <a:pt x="419641" y="2969"/>
                  <a:pt x="409929" y="318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5233479" y="6161424"/>
            <a:ext cx="380520" cy="46856"/>
          </a:xfrm>
          <a:custGeom>
            <a:avLst/>
            <a:gdLst/>
            <a:ahLst/>
            <a:cxnLst/>
            <a:rect l="l" t="t" r="r" b="b"/>
            <a:pathLst>
              <a:path w="135256" h="16655" extrusionOk="0">
                <a:moveTo>
                  <a:pt x="129610" y="810"/>
                </a:moveTo>
                <a:cubicBezTo>
                  <a:pt x="88677" y="-549"/>
                  <a:pt x="47766" y="-198"/>
                  <a:pt x="6832" y="1863"/>
                </a:cubicBezTo>
                <a:cubicBezTo>
                  <a:pt x="-2442" y="2345"/>
                  <a:pt x="-2310" y="17210"/>
                  <a:pt x="7446" y="16640"/>
                </a:cubicBezTo>
                <a:cubicBezTo>
                  <a:pt x="47130" y="14601"/>
                  <a:pt x="86835" y="14228"/>
                  <a:pt x="126562" y="15478"/>
                </a:cubicBezTo>
                <a:cubicBezTo>
                  <a:pt x="135507" y="15785"/>
                  <a:pt x="139191" y="1117"/>
                  <a:pt x="129610" y="81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2490533" y="2308633"/>
            <a:ext cx="7210800" cy="224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90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90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90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90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90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90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90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90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800"/>
              <a:buNone/>
              <a:defRPr sz="9066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2"/>
          <p:cNvSpPr/>
          <p:nvPr/>
        </p:nvSpPr>
        <p:spPr>
          <a:xfrm rot="-871776">
            <a:off x="792726" y="883466"/>
            <a:ext cx="1646557" cy="1854183"/>
          </a:xfrm>
          <a:custGeom>
            <a:avLst/>
            <a:gdLst/>
            <a:ahLst/>
            <a:cxnLst/>
            <a:rect l="l" t="t" r="r" b="b"/>
            <a:pathLst>
              <a:path w="584559" h="658270" extrusionOk="0">
                <a:moveTo>
                  <a:pt x="400656" y="592594"/>
                </a:moveTo>
                <a:cubicBezTo>
                  <a:pt x="398705" y="592697"/>
                  <a:pt x="396842" y="593473"/>
                  <a:pt x="395395" y="594786"/>
                </a:cubicBezTo>
                <a:cubicBezTo>
                  <a:pt x="372790" y="614869"/>
                  <a:pt x="326968" y="608292"/>
                  <a:pt x="296493" y="605310"/>
                </a:cubicBezTo>
                <a:cubicBezTo>
                  <a:pt x="253302" y="602043"/>
                  <a:pt x="220963" y="596014"/>
                  <a:pt x="191671" y="585731"/>
                </a:cubicBezTo>
                <a:cubicBezTo>
                  <a:pt x="185292" y="583232"/>
                  <a:pt x="178517" y="589173"/>
                  <a:pt x="177552" y="595027"/>
                </a:cubicBezTo>
                <a:cubicBezTo>
                  <a:pt x="176719" y="598472"/>
                  <a:pt x="178846" y="601934"/>
                  <a:pt x="182288" y="602767"/>
                </a:cubicBezTo>
                <a:cubicBezTo>
                  <a:pt x="218069" y="615921"/>
                  <a:pt x="265294" y="622893"/>
                  <a:pt x="316028" y="625524"/>
                </a:cubicBezTo>
                <a:cubicBezTo>
                  <a:pt x="346152" y="628462"/>
                  <a:pt x="384498" y="628528"/>
                  <a:pt x="404515" y="610440"/>
                </a:cubicBezTo>
                <a:cubicBezTo>
                  <a:pt x="412320" y="604038"/>
                  <a:pt x="407585" y="592901"/>
                  <a:pt x="400656" y="592594"/>
                </a:cubicBezTo>
                <a:close/>
                <a:moveTo>
                  <a:pt x="310547" y="639710"/>
                </a:moveTo>
                <a:lnTo>
                  <a:pt x="268429" y="637692"/>
                </a:lnTo>
                <a:cubicBezTo>
                  <a:pt x="263694" y="637495"/>
                  <a:pt x="258191" y="639490"/>
                  <a:pt x="256788" y="645673"/>
                </a:cubicBezTo>
                <a:cubicBezTo>
                  <a:pt x="256042" y="649839"/>
                  <a:pt x="258191" y="655671"/>
                  <a:pt x="263365" y="656241"/>
                </a:cubicBezTo>
                <a:lnTo>
                  <a:pt x="305460" y="658258"/>
                </a:lnTo>
                <a:cubicBezTo>
                  <a:pt x="310218" y="658455"/>
                  <a:pt x="315699" y="656460"/>
                  <a:pt x="317124" y="650277"/>
                </a:cubicBezTo>
                <a:cubicBezTo>
                  <a:pt x="317847" y="646111"/>
                  <a:pt x="315699" y="640258"/>
                  <a:pt x="310547" y="639710"/>
                </a:cubicBezTo>
                <a:close/>
                <a:moveTo>
                  <a:pt x="85075" y="404459"/>
                </a:moveTo>
                <a:cubicBezTo>
                  <a:pt x="50631" y="383609"/>
                  <a:pt x="26799" y="349648"/>
                  <a:pt x="17985" y="308824"/>
                </a:cubicBezTo>
                <a:cubicBezTo>
                  <a:pt x="14894" y="296437"/>
                  <a:pt x="-2448" y="306303"/>
                  <a:pt x="292" y="316257"/>
                </a:cubicBezTo>
                <a:cubicBezTo>
                  <a:pt x="9829" y="360347"/>
                  <a:pt x="37038" y="397925"/>
                  <a:pt x="77028" y="422064"/>
                </a:cubicBezTo>
                <a:cubicBezTo>
                  <a:pt x="82224" y="425572"/>
                  <a:pt x="87991" y="421034"/>
                  <a:pt x="89262" y="415641"/>
                </a:cubicBezTo>
                <a:cubicBezTo>
                  <a:pt x="90643" y="411394"/>
                  <a:pt x="88911" y="406755"/>
                  <a:pt x="85075" y="404459"/>
                </a:cubicBezTo>
                <a:close/>
                <a:moveTo>
                  <a:pt x="329906" y="581522"/>
                </a:moveTo>
                <a:cubicBezTo>
                  <a:pt x="357816" y="581522"/>
                  <a:pt x="380332" y="577751"/>
                  <a:pt x="400656" y="569661"/>
                </a:cubicBezTo>
                <a:cubicBezTo>
                  <a:pt x="405261" y="567896"/>
                  <a:pt x="407870" y="563002"/>
                  <a:pt x="406752" y="558194"/>
                </a:cubicBezTo>
                <a:cubicBezTo>
                  <a:pt x="406357" y="554364"/>
                  <a:pt x="403243" y="551382"/>
                  <a:pt x="399407" y="551134"/>
                </a:cubicBezTo>
                <a:cubicBezTo>
                  <a:pt x="398135" y="551161"/>
                  <a:pt x="396885" y="551428"/>
                  <a:pt x="395701" y="551924"/>
                </a:cubicBezTo>
                <a:cubicBezTo>
                  <a:pt x="365511" y="565078"/>
                  <a:pt x="319887" y="564201"/>
                  <a:pt x="285399" y="560123"/>
                </a:cubicBezTo>
                <a:cubicBezTo>
                  <a:pt x="250079" y="556857"/>
                  <a:pt x="213553" y="549337"/>
                  <a:pt x="177004" y="540545"/>
                </a:cubicBezTo>
                <a:cubicBezTo>
                  <a:pt x="172137" y="540545"/>
                  <a:pt x="169352" y="544930"/>
                  <a:pt x="168826" y="549095"/>
                </a:cubicBezTo>
                <a:cubicBezTo>
                  <a:pt x="167884" y="553862"/>
                  <a:pt x="170887" y="558516"/>
                  <a:pt x="175623" y="559619"/>
                </a:cubicBezTo>
                <a:cubicBezTo>
                  <a:pt x="226663" y="572796"/>
                  <a:pt x="279633" y="581061"/>
                  <a:pt x="329906" y="581522"/>
                </a:cubicBezTo>
                <a:close/>
                <a:moveTo>
                  <a:pt x="216951" y="106307"/>
                </a:moveTo>
                <a:cubicBezTo>
                  <a:pt x="171238" y="119725"/>
                  <a:pt x="136444" y="158926"/>
                  <a:pt x="123991" y="204968"/>
                </a:cubicBezTo>
                <a:cubicBezTo>
                  <a:pt x="122237" y="210887"/>
                  <a:pt x="126183" y="214877"/>
                  <a:pt x="132081" y="214899"/>
                </a:cubicBezTo>
                <a:cubicBezTo>
                  <a:pt x="136860" y="215086"/>
                  <a:pt x="141114" y="211902"/>
                  <a:pt x="142276" y="207270"/>
                </a:cubicBezTo>
                <a:cubicBezTo>
                  <a:pt x="152602" y="168886"/>
                  <a:pt x="181104" y="138014"/>
                  <a:pt x="218551" y="124658"/>
                </a:cubicBezTo>
                <a:cubicBezTo>
                  <a:pt x="228198" y="121216"/>
                  <a:pt x="226334" y="106811"/>
                  <a:pt x="216951" y="106307"/>
                </a:cubicBezTo>
                <a:close/>
                <a:moveTo>
                  <a:pt x="259660" y="91574"/>
                </a:moveTo>
                <a:cubicBezTo>
                  <a:pt x="248325" y="91574"/>
                  <a:pt x="248127" y="110232"/>
                  <a:pt x="260690" y="110297"/>
                </a:cubicBezTo>
                <a:cubicBezTo>
                  <a:pt x="272025" y="110407"/>
                  <a:pt x="272201" y="91640"/>
                  <a:pt x="259660" y="91574"/>
                </a:cubicBezTo>
                <a:close/>
                <a:moveTo>
                  <a:pt x="557483" y="48689"/>
                </a:moveTo>
                <a:cubicBezTo>
                  <a:pt x="551256" y="39700"/>
                  <a:pt x="533760" y="49939"/>
                  <a:pt x="541193" y="59235"/>
                </a:cubicBezTo>
                <a:cubicBezTo>
                  <a:pt x="556321" y="77557"/>
                  <a:pt x="565003" y="100330"/>
                  <a:pt x="565946" y="124066"/>
                </a:cubicBezTo>
                <a:cubicBezTo>
                  <a:pt x="565770" y="128275"/>
                  <a:pt x="569059" y="131825"/>
                  <a:pt x="573268" y="131992"/>
                </a:cubicBezTo>
                <a:cubicBezTo>
                  <a:pt x="573532" y="132003"/>
                  <a:pt x="573817" y="131998"/>
                  <a:pt x="574080" y="131981"/>
                </a:cubicBezTo>
                <a:cubicBezTo>
                  <a:pt x="579561" y="132272"/>
                  <a:pt x="584253" y="128058"/>
                  <a:pt x="584538" y="122569"/>
                </a:cubicBezTo>
                <a:cubicBezTo>
                  <a:pt x="584560" y="122323"/>
                  <a:pt x="584560" y="122075"/>
                  <a:pt x="584560" y="121830"/>
                </a:cubicBezTo>
                <a:cubicBezTo>
                  <a:pt x="583639" y="95169"/>
                  <a:pt x="574146" y="69515"/>
                  <a:pt x="557483" y="48689"/>
                </a:cubicBezTo>
                <a:close/>
                <a:moveTo>
                  <a:pt x="403682" y="258"/>
                </a:moveTo>
                <a:cubicBezTo>
                  <a:pt x="392720" y="-2395"/>
                  <a:pt x="387765" y="16219"/>
                  <a:pt x="399780" y="18960"/>
                </a:cubicBezTo>
                <a:cubicBezTo>
                  <a:pt x="493595" y="37946"/>
                  <a:pt x="532160" y="149148"/>
                  <a:pt x="535120" y="227659"/>
                </a:cubicBezTo>
                <a:cubicBezTo>
                  <a:pt x="535076" y="232018"/>
                  <a:pt x="538562" y="235590"/>
                  <a:pt x="542925" y="235633"/>
                </a:cubicBezTo>
                <a:cubicBezTo>
                  <a:pt x="543122" y="235636"/>
                  <a:pt x="543320" y="235631"/>
                  <a:pt x="543517" y="235618"/>
                </a:cubicBezTo>
                <a:cubicBezTo>
                  <a:pt x="546499" y="235695"/>
                  <a:pt x="549371" y="234555"/>
                  <a:pt x="551497" y="232461"/>
                </a:cubicBezTo>
                <a:cubicBezTo>
                  <a:pt x="553208" y="230630"/>
                  <a:pt x="554062" y="228157"/>
                  <a:pt x="553822" y="225664"/>
                </a:cubicBezTo>
                <a:cubicBezTo>
                  <a:pt x="551629" y="188393"/>
                  <a:pt x="542859" y="133800"/>
                  <a:pt x="514993" y="85610"/>
                </a:cubicBezTo>
                <a:cubicBezTo>
                  <a:pt x="488442" y="39898"/>
                  <a:pt x="451017" y="11220"/>
                  <a:pt x="403682" y="258"/>
                </a:cubicBezTo>
                <a:close/>
                <a:moveTo>
                  <a:pt x="431548" y="75240"/>
                </a:moveTo>
                <a:cubicBezTo>
                  <a:pt x="312936" y="-26709"/>
                  <a:pt x="83934" y="43559"/>
                  <a:pt x="55323" y="204968"/>
                </a:cubicBezTo>
                <a:cubicBezTo>
                  <a:pt x="46553" y="255569"/>
                  <a:pt x="59708" y="304373"/>
                  <a:pt x="92134" y="342369"/>
                </a:cubicBezTo>
                <a:cubicBezTo>
                  <a:pt x="111406" y="364995"/>
                  <a:pt x="133352" y="384398"/>
                  <a:pt x="147757" y="411431"/>
                </a:cubicBezTo>
                <a:cubicBezTo>
                  <a:pt x="162161" y="438464"/>
                  <a:pt x="168498" y="469312"/>
                  <a:pt x="166524" y="502681"/>
                </a:cubicBezTo>
                <a:cubicBezTo>
                  <a:pt x="166480" y="503654"/>
                  <a:pt x="165998" y="504556"/>
                  <a:pt x="165209" y="505137"/>
                </a:cubicBezTo>
                <a:cubicBezTo>
                  <a:pt x="161986" y="507785"/>
                  <a:pt x="160495" y="512012"/>
                  <a:pt x="161350" y="516099"/>
                </a:cubicBezTo>
                <a:cubicBezTo>
                  <a:pt x="161964" y="519442"/>
                  <a:pt x="164573" y="522060"/>
                  <a:pt x="167928" y="522676"/>
                </a:cubicBezTo>
                <a:cubicBezTo>
                  <a:pt x="215043" y="533845"/>
                  <a:pt x="263124" y="540387"/>
                  <a:pt x="311511" y="542211"/>
                </a:cubicBezTo>
                <a:cubicBezTo>
                  <a:pt x="350011" y="543022"/>
                  <a:pt x="388510" y="548218"/>
                  <a:pt x="425651" y="525855"/>
                </a:cubicBezTo>
                <a:cubicBezTo>
                  <a:pt x="429180" y="523911"/>
                  <a:pt x="430847" y="519741"/>
                  <a:pt x="429619" y="515902"/>
                </a:cubicBezTo>
                <a:cubicBezTo>
                  <a:pt x="428610" y="511990"/>
                  <a:pt x="425190" y="509184"/>
                  <a:pt x="421156" y="508973"/>
                </a:cubicBezTo>
                <a:cubicBezTo>
                  <a:pt x="418656" y="508601"/>
                  <a:pt x="416004" y="511626"/>
                  <a:pt x="413526" y="510048"/>
                </a:cubicBezTo>
                <a:cubicBezTo>
                  <a:pt x="412518" y="509440"/>
                  <a:pt x="411926" y="508346"/>
                  <a:pt x="411948" y="507176"/>
                </a:cubicBezTo>
                <a:cubicBezTo>
                  <a:pt x="412452" y="477012"/>
                  <a:pt x="419906" y="447368"/>
                  <a:pt x="433719" y="420552"/>
                </a:cubicBezTo>
                <a:cubicBezTo>
                  <a:pt x="441458" y="405731"/>
                  <a:pt x="451697" y="392642"/>
                  <a:pt x="461607" y="379969"/>
                </a:cubicBezTo>
                <a:cubicBezTo>
                  <a:pt x="467856" y="371989"/>
                  <a:pt x="474323" y="363723"/>
                  <a:pt x="480045" y="355151"/>
                </a:cubicBezTo>
                <a:cubicBezTo>
                  <a:pt x="530231" y="279708"/>
                  <a:pt x="512033" y="136629"/>
                  <a:pt x="431548" y="75240"/>
                </a:cubicBezTo>
                <a:close/>
                <a:moveTo>
                  <a:pt x="334116" y="324171"/>
                </a:moveTo>
                <a:cubicBezTo>
                  <a:pt x="324644" y="390296"/>
                  <a:pt x="323548" y="458108"/>
                  <a:pt x="320961" y="523312"/>
                </a:cubicBezTo>
                <a:cubicBezTo>
                  <a:pt x="320303" y="523941"/>
                  <a:pt x="319404" y="524268"/>
                  <a:pt x="318483" y="524211"/>
                </a:cubicBezTo>
                <a:cubicBezTo>
                  <a:pt x="310788" y="523685"/>
                  <a:pt x="302873" y="523027"/>
                  <a:pt x="295419" y="522567"/>
                </a:cubicBezTo>
                <a:cubicBezTo>
                  <a:pt x="285224" y="521909"/>
                  <a:pt x="274832" y="520988"/>
                  <a:pt x="263694" y="519760"/>
                </a:cubicBezTo>
                <a:cubicBezTo>
                  <a:pt x="262006" y="519589"/>
                  <a:pt x="260734" y="518149"/>
                  <a:pt x="260756" y="516450"/>
                </a:cubicBezTo>
                <a:cubicBezTo>
                  <a:pt x="256108" y="449957"/>
                  <a:pt x="246001" y="383960"/>
                  <a:pt x="230522" y="319129"/>
                </a:cubicBezTo>
                <a:cubicBezTo>
                  <a:pt x="230127" y="317344"/>
                  <a:pt x="231245" y="315575"/>
                  <a:pt x="233021" y="315174"/>
                </a:cubicBezTo>
                <a:cubicBezTo>
                  <a:pt x="233263" y="315123"/>
                  <a:pt x="233482" y="315097"/>
                  <a:pt x="233723" y="315095"/>
                </a:cubicBezTo>
                <a:cubicBezTo>
                  <a:pt x="235170" y="315095"/>
                  <a:pt x="236639" y="315270"/>
                  <a:pt x="238108" y="315270"/>
                </a:cubicBezTo>
                <a:cubicBezTo>
                  <a:pt x="248654" y="315443"/>
                  <a:pt x="258914" y="311896"/>
                  <a:pt x="267114" y="305250"/>
                </a:cubicBezTo>
                <a:cubicBezTo>
                  <a:pt x="268342" y="304255"/>
                  <a:pt x="270074" y="304255"/>
                  <a:pt x="271302" y="305250"/>
                </a:cubicBezTo>
                <a:cubicBezTo>
                  <a:pt x="284128" y="315555"/>
                  <a:pt x="301338" y="320773"/>
                  <a:pt x="322452" y="320773"/>
                </a:cubicBezTo>
                <a:cubicBezTo>
                  <a:pt x="326003" y="321321"/>
                  <a:pt x="334291" y="318164"/>
                  <a:pt x="334116" y="324171"/>
                </a:cubicBezTo>
                <a:close/>
                <a:moveTo>
                  <a:pt x="269811" y="253245"/>
                </a:moveTo>
                <a:cubicBezTo>
                  <a:pt x="271214" y="252283"/>
                  <a:pt x="273100" y="252539"/>
                  <a:pt x="274196" y="253837"/>
                </a:cubicBezTo>
                <a:cubicBezTo>
                  <a:pt x="276783" y="256863"/>
                  <a:pt x="276892" y="261292"/>
                  <a:pt x="274481" y="266992"/>
                </a:cubicBezTo>
                <a:cubicBezTo>
                  <a:pt x="273779" y="268665"/>
                  <a:pt x="271850" y="269452"/>
                  <a:pt x="270183" y="268746"/>
                </a:cubicBezTo>
                <a:cubicBezTo>
                  <a:pt x="269504" y="268468"/>
                  <a:pt x="268956" y="267983"/>
                  <a:pt x="268605" y="267365"/>
                </a:cubicBezTo>
                <a:cubicBezTo>
                  <a:pt x="263694" y="259033"/>
                  <a:pt x="267268" y="254934"/>
                  <a:pt x="269811" y="253245"/>
                </a:cubicBezTo>
                <a:close/>
                <a:moveTo>
                  <a:pt x="478971" y="317945"/>
                </a:moveTo>
                <a:cubicBezTo>
                  <a:pt x="470201" y="344035"/>
                  <a:pt x="451127" y="362759"/>
                  <a:pt x="435539" y="384157"/>
                </a:cubicBezTo>
                <a:cubicBezTo>
                  <a:pt x="407300" y="422707"/>
                  <a:pt x="392523" y="469481"/>
                  <a:pt x="393487" y="517261"/>
                </a:cubicBezTo>
                <a:cubicBezTo>
                  <a:pt x="393750" y="518936"/>
                  <a:pt x="392698" y="520536"/>
                  <a:pt x="391054" y="520966"/>
                </a:cubicBezTo>
                <a:cubicBezTo>
                  <a:pt x="377241" y="524161"/>
                  <a:pt x="363100" y="525634"/>
                  <a:pt x="348937" y="525351"/>
                </a:cubicBezTo>
                <a:cubicBezTo>
                  <a:pt x="345473" y="525351"/>
                  <a:pt x="339641" y="526338"/>
                  <a:pt x="340561" y="520966"/>
                </a:cubicBezTo>
                <a:cubicBezTo>
                  <a:pt x="340145" y="453831"/>
                  <a:pt x="344332" y="386744"/>
                  <a:pt x="353102" y="320181"/>
                </a:cubicBezTo>
                <a:cubicBezTo>
                  <a:pt x="353431" y="315796"/>
                  <a:pt x="359942" y="316695"/>
                  <a:pt x="363056" y="315423"/>
                </a:cubicBezTo>
                <a:cubicBezTo>
                  <a:pt x="374566" y="312310"/>
                  <a:pt x="368669" y="297182"/>
                  <a:pt x="359855" y="297643"/>
                </a:cubicBezTo>
                <a:cubicBezTo>
                  <a:pt x="341175" y="301567"/>
                  <a:pt x="314603" y="306675"/>
                  <a:pt x="295068" y="297029"/>
                </a:cubicBezTo>
                <a:cubicBezTo>
                  <a:pt x="291100" y="295229"/>
                  <a:pt x="287372" y="292953"/>
                  <a:pt x="283952" y="290254"/>
                </a:cubicBezTo>
                <a:cubicBezTo>
                  <a:pt x="282593" y="289206"/>
                  <a:pt x="282286" y="287294"/>
                  <a:pt x="283228" y="285869"/>
                </a:cubicBezTo>
                <a:cubicBezTo>
                  <a:pt x="293402" y="269864"/>
                  <a:pt x="297633" y="254144"/>
                  <a:pt x="294586" y="243818"/>
                </a:cubicBezTo>
                <a:cubicBezTo>
                  <a:pt x="292393" y="235662"/>
                  <a:pt x="283623" y="229698"/>
                  <a:pt x="275029" y="229720"/>
                </a:cubicBezTo>
                <a:cubicBezTo>
                  <a:pt x="265733" y="229720"/>
                  <a:pt x="256590" y="235991"/>
                  <a:pt x="252249" y="245331"/>
                </a:cubicBezTo>
                <a:cubicBezTo>
                  <a:pt x="245672" y="259560"/>
                  <a:pt x="249859" y="276288"/>
                  <a:pt x="256020" y="287206"/>
                </a:cubicBezTo>
                <a:cubicBezTo>
                  <a:pt x="256810" y="288616"/>
                  <a:pt x="256459" y="290392"/>
                  <a:pt x="255187" y="291394"/>
                </a:cubicBezTo>
                <a:cubicBezTo>
                  <a:pt x="250539" y="294950"/>
                  <a:pt x="244817" y="296785"/>
                  <a:pt x="238963" y="296590"/>
                </a:cubicBezTo>
                <a:cubicBezTo>
                  <a:pt x="226707" y="296912"/>
                  <a:pt x="215723" y="289024"/>
                  <a:pt x="212127" y="277297"/>
                </a:cubicBezTo>
                <a:cubicBezTo>
                  <a:pt x="211491" y="273854"/>
                  <a:pt x="208444" y="271397"/>
                  <a:pt x="204936" y="271509"/>
                </a:cubicBezTo>
                <a:cubicBezTo>
                  <a:pt x="201341" y="271592"/>
                  <a:pt x="197986" y="273302"/>
                  <a:pt x="195815" y="276157"/>
                </a:cubicBezTo>
                <a:cubicBezTo>
                  <a:pt x="189764" y="284093"/>
                  <a:pt x="200858" y="298914"/>
                  <a:pt x="207458" y="304351"/>
                </a:cubicBezTo>
                <a:cubicBezTo>
                  <a:pt x="209277" y="305689"/>
                  <a:pt x="208268" y="308364"/>
                  <a:pt x="208860" y="310096"/>
                </a:cubicBezTo>
                <a:cubicBezTo>
                  <a:pt x="224471" y="376768"/>
                  <a:pt x="239270" y="447015"/>
                  <a:pt x="240717" y="515573"/>
                </a:cubicBezTo>
                <a:cubicBezTo>
                  <a:pt x="239993" y="516254"/>
                  <a:pt x="238985" y="516561"/>
                  <a:pt x="237998" y="516406"/>
                </a:cubicBezTo>
                <a:cubicBezTo>
                  <a:pt x="221051" y="513950"/>
                  <a:pt x="203971" y="510881"/>
                  <a:pt x="187243" y="507263"/>
                </a:cubicBezTo>
                <a:cubicBezTo>
                  <a:pt x="185445" y="506853"/>
                  <a:pt x="184327" y="505064"/>
                  <a:pt x="184743" y="503271"/>
                </a:cubicBezTo>
                <a:cubicBezTo>
                  <a:pt x="184743" y="503264"/>
                  <a:pt x="184743" y="503258"/>
                  <a:pt x="184743" y="503251"/>
                </a:cubicBezTo>
                <a:cubicBezTo>
                  <a:pt x="189128" y="453088"/>
                  <a:pt x="172027" y="403538"/>
                  <a:pt x="138351" y="364491"/>
                </a:cubicBezTo>
                <a:cubicBezTo>
                  <a:pt x="121272" y="344758"/>
                  <a:pt x="101847" y="327526"/>
                  <a:pt x="88583" y="304373"/>
                </a:cubicBezTo>
                <a:cubicBezTo>
                  <a:pt x="76480" y="282423"/>
                  <a:pt x="70473" y="257630"/>
                  <a:pt x="71174" y="232571"/>
                </a:cubicBezTo>
                <a:cubicBezTo>
                  <a:pt x="72928" y="120448"/>
                  <a:pt x="178451" y="56078"/>
                  <a:pt x="275073" y="47045"/>
                </a:cubicBezTo>
                <a:cubicBezTo>
                  <a:pt x="428588" y="33145"/>
                  <a:pt x="520649" y="175808"/>
                  <a:pt x="478971" y="31796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"/>
          <p:cNvSpPr/>
          <p:nvPr/>
        </p:nvSpPr>
        <p:spPr>
          <a:xfrm rot="-5400000">
            <a:off x="728001" y="4316907"/>
            <a:ext cx="720335" cy="352399"/>
          </a:xfrm>
          <a:custGeom>
            <a:avLst/>
            <a:gdLst/>
            <a:ahLst/>
            <a:cxnLst/>
            <a:rect l="l" t="t" r="r" b="b"/>
            <a:pathLst>
              <a:path w="256043" h="125260" extrusionOk="0">
                <a:moveTo>
                  <a:pt x="122835" y="3891"/>
                </a:moveTo>
                <a:cubicBezTo>
                  <a:pt x="106677" y="35258"/>
                  <a:pt x="90541" y="66632"/>
                  <a:pt x="74404" y="98013"/>
                </a:cubicBezTo>
                <a:cubicBezTo>
                  <a:pt x="67103" y="82972"/>
                  <a:pt x="59737" y="67939"/>
                  <a:pt x="52348" y="52914"/>
                </a:cubicBezTo>
                <a:cubicBezTo>
                  <a:pt x="49783" y="47630"/>
                  <a:pt x="41583" y="45218"/>
                  <a:pt x="38602" y="51708"/>
                </a:cubicBezTo>
                <a:cubicBezTo>
                  <a:pt x="30007" y="70416"/>
                  <a:pt x="17598" y="87110"/>
                  <a:pt x="2141" y="100709"/>
                </a:cubicBezTo>
                <a:cubicBezTo>
                  <a:pt x="-4787" y="106848"/>
                  <a:pt x="6723" y="116802"/>
                  <a:pt x="13629" y="110685"/>
                </a:cubicBezTo>
                <a:cubicBezTo>
                  <a:pt x="26258" y="99453"/>
                  <a:pt x="36979" y="86235"/>
                  <a:pt x="45354" y="71550"/>
                </a:cubicBezTo>
                <a:lnTo>
                  <a:pt x="67432" y="116670"/>
                </a:lnTo>
                <a:cubicBezTo>
                  <a:pt x="70107" y="122174"/>
                  <a:pt x="77978" y="124147"/>
                  <a:pt x="81179" y="117876"/>
                </a:cubicBezTo>
                <a:lnTo>
                  <a:pt x="128580" y="25793"/>
                </a:lnTo>
                <a:cubicBezTo>
                  <a:pt x="139147" y="55900"/>
                  <a:pt x="147259" y="86822"/>
                  <a:pt x="152784" y="118249"/>
                </a:cubicBezTo>
                <a:cubicBezTo>
                  <a:pt x="153969" y="125024"/>
                  <a:pt x="163462" y="128422"/>
                  <a:pt x="166970" y="121318"/>
                </a:cubicBezTo>
                <a:cubicBezTo>
                  <a:pt x="177515" y="99979"/>
                  <a:pt x="188039" y="78638"/>
                  <a:pt x="198585" y="57299"/>
                </a:cubicBezTo>
                <a:cubicBezTo>
                  <a:pt x="214107" y="75321"/>
                  <a:pt x="228819" y="94022"/>
                  <a:pt x="242434" y="113469"/>
                </a:cubicBezTo>
                <a:cubicBezTo>
                  <a:pt x="247959" y="121297"/>
                  <a:pt x="260259" y="113711"/>
                  <a:pt x="254580" y="105686"/>
                </a:cubicBezTo>
                <a:cubicBezTo>
                  <a:pt x="238509" y="82896"/>
                  <a:pt x="221145" y="61039"/>
                  <a:pt x="202575" y="40220"/>
                </a:cubicBezTo>
                <a:cubicBezTo>
                  <a:pt x="199023" y="36229"/>
                  <a:pt x="192512" y="35089"/>
                  <a:pt x="189705" y="40746"/>
                </a:cubicBezTo>
                <a:lnTo>
                  <a:pt x="163001" y="94899"/>
                </a:lnTo>
                <a:cubicBezTo>
                  <a:pt x="156468" y="64295"/>
                  <a:pt x="147566" y="34241"/>
                  <a:pt x="136407" y="5009"/>
                </a:cubicBezTo>
                <a:cubicBezTo>
                  <a:pt x="134324" y="-823"/>
                  <a:pt x="125861" y="-2029"/>
                  <a:pt x="122835" y="38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"/>
          <p:cNvSpPr/>
          <p:nvPr/>
        </p:nvSpPr>
        <p:spPr>
          <a:xfrm rot="1737742">
            <a:off x="10600281" y="5251215"/>
            <a:ext cx="282332" cy="357549"/>
          </a:xfrm>
          <a:custGeom>
            <a:avLst/>
            <a:gdLst/>
            <a:ahLst/>
            <a:cxnLst/>
            <a:rect l="l" t="t" r="r" b="b"/>
            <a:pathLst>
              <a:path w="100280" h="126996" extrusionOk="0">
                <a:moveTo>
                  <a:pt x="96357" y="74864"/>
                </a:moveTo>
                <a:cubicBezTo>
                  <a:pt x="82786" y="68484"/>
                  <a:pt x="69679" y="61157"/>
                  <a:pt x="57134" y="52940"/>
                </a:cubicBezTo>
                <a:cubicBezTo>
                  <a:pt x="68090" y="38401"/>
                  <a:pt x="80061" y="24657"/>
                  <a:pt x="92959" y="11809"/>
                </a:cubicBezTo>
                <a:cubicBezTo>
                  <a:pt x="99865" y="4925"/>
                  <a:pt x="88969" y="-4459"/>
                  <a:pt x="81997" y="2382"/>
                </a:cubicBezTo>
                <a:cubicBezTo>
                  <a:pt x="68721" y="15624"/>
                  <a:pt x="56406" y="29794"/>
                  <a:pt x="45141" y="44784"/>
                </a:cubicBezTo>
                <a:cubicBezTo>
                  <a:pt x="33594" y="36487"/>
                  <a:pt x="22607" y="27435"/>
                  <a:pt x="12255" y="17685"/>
                </a:cubicBezTo>
                <a:cubicBezTo>
                  <a:pt x="5480" y="11305"/>
                  <a:pt x="-4518" y="22793"/>
                  <a:pt x="2257" y="29173"/>
                </a:cubicBezTo>
                <a:cubicBezTo>
                  <a:pt x="12947" y="39230"/>
                  <a:pt x="24293" y="48568"/>
                  <a:pt x="36218" y="57127"/>
                </a:cubicBezTo>
                <a:cubicBezTo>
                  <a:pt x="23171" y="75947"/>
                  <a:pt x="11779" y="95863"/>
                  <a:pt x="2169" y="116652"/>
                </a:cubicBezTo>
                <a:cubicBezTo>
                  <a:pt x="-1953" y="125554"/>
                  <a:pt x="11246" y="131429"/>
                  <a:pt x="15324" y="122703"/>
                </a:cubicBezTo>
                <a:cubicBezTo>
                  <a:pt x="24609" y="102651"/>
                  <a:pt x="35613" y="83439"/>
                  <a:pt x="48211" y="65283"/>
                </a:cubicBezTo>
                <a:cubicBezTo>
                  <a:pt x="61447" y="73978"/>
                  <a:pt x="75279" y="81731"/>
                  <a:pt x="89604" y="88479"/>
                </a:cubicBezTo>
                <a:cubicBezTo>
                  <a:pt x="97936" y="92360"/>
                  <a:pt x="104951" y="78898"/>
                  <a:pt x="96357" y="7486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3506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 rot="-898861">
            <a:off x="986397" y="578171"/>
            <a:ext cx="1949100" cy="2141211"/>
          </a:xfrm>
          <a:custGeom>
            <a:avLst/>
            <a:gdLst/>
            <a:ahLst/>
            <a:cxnLst/>
            <a:rect l="l" t="t" r="r" b="b"/>
            <a:pathLst>
              <a:path w="462239" h="507799" extrusionOk="0">
                <a:moveTo>
                  <a:pt x="459973" y="179541"/>
                </a:moveTo>
                <a:cubicBezTo>
                  <a:pt x="458636" y="122779"/>
                  <a:pt x="461727" y="55887"/>
                  <a:pt x="399242" y="30652"/>
                </a:cubicBezTo>
                <a:cubicBezTo>
                  <a:pt x="293347" y="-13921"/>
                  <a:pt x="170306" y="-1205"/>
                  <a:pt x="59171" y="14844"/>
                </a:cubicBezTo>
                <a:cubicBezTo>
                  <a:pt x="33585" y="19514"/>
                  <a:pt x="9512" y="39816"/>
                  <a:pt x="8569" y="67090"/>
                </a:cubicBezTo>
                <a:cubicBezTo>
                  <a:pt x="-7195" y="174126"/>
                  <a:pt x="2605" y="285590"/>
                  <a:pt x="7933" y="393766"/>
                </a:cubicBezTo>
                <a:cubicBezTo>
                  <a:pt x="10235" y="423781"/>
                  <a:pt x="16703" y="454453"/>
                  <a:pt x="42377" y="473550"/>
                </a:cubicBezTo>
                <a:cubicBezTo>
                  <a:pt x="111527" y="513693"/>
                  <a:pt x="199071" y="505691"/>
                  <a:pt x="276684" y="507664"/>
                </a:cubicBezTo>
                <a:cubicBezTo>
                  <a:pt x="477513" y="513540"/>
                  <a:pt x="465279" y="327137"/>
                  <a:pt x="459973" y="1795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>
            <a:spLocks noGrp="1"/>
          </p:cNvSpPr>
          <p:nvPr>
            <p:ph type="ctrTitle"/>
          </p:nvPr>
        </p:nvSpPr>
        <p:spPr>
          <a:xfrm>
            <a:off x="2364667" y="2640033"/>
            <a:ext cx="7462800" cy="89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2364667" y="3552568"/>
            <a:ext cx="7462800" cy="51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2pPr>
            <a:lvl3pPr lvl="2" algn="ctr" rtl="0"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3pPr>
            <a:lvl4pPr lvl="3" algn="ctr" rtl="0"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4pPr>
            <a:lvl5pPr lvl="4" algn="ctr" rtl="0"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5pPr>
            <a:lvl6pPr lvl="5" algn="ctr" rtl="0"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6pPr>
            <a:lvl7pPr lvl="6" algn="ctr" rtl="0"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7pPr>
            <a:lvl8pPr lvl="7" algn="ctr" rtl="0"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8pPr>
            <a:lvl9pPr lvl="8" algn="ctr" rtl="0">
              <a:spcBef>
                <a:spcPts val="1333"/>
              </a:spcBef>
              <a:spcAft>
                <a:spcPts val="1333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059009" y="746737"/>
            <a:ext cx="9865569" cy="5214308"/>
          </a:xfrm>
          <a:custGeom>
            <a:avLst/>
            <a:gdLst/>
            <a:ahLst/>
            <a:cxnLst/>
            <a:rect l="l" t="t" r="r" b="b"/>
            <a:pathLst>
              <a:path w="3506719" h="1853427" extrusionOk="0">
                <a:moveTo>
                  <a:pt x="3499305" y="1166353"/>
                </a:moveTo>
                <a:cubicBezTo>
                  <a:pt x="3487751" y="941889"/>
                  <a:pt x="3482379" y="741016"/>
                  <a:pt x="3468150" y="516750"/>
                </a:cubicBezTo>
                <a:cubicBezTo>
                  <a:pt x="3459578" y="392635"/>
                  <a:pt x="3434540" y="262425"/>
                  <a:pt x="3343926" y="170342"/>
                </a:cubicBezTo>
                <a:cubicBezTo>
                  <a:pt x="3249760" y="74400"/>
                  <a:pt x="3105299" y="78500"/>
                  <a:pt x="2981184" y="57847"/>
                </a:cubicBezTo>
                <a:cubicBezTo>
                  <a:pt x="2181223" y="-47983"/>
                  <a:pt x="1370738" y="7114"/>
                  <a:pt x="571983" y="97465"/>
                </a:cubicBezTo>
                <a:cubicBezTo>
                  <a:pt x="583142" y="79706"/>
                  <a:pt x="597415" y="64118"/>
                  <a:pt x="614122" y="51423"/>
                </a:cubicBezTo>
                <a:cubicBezTo>
                  <a:pt x="621729" y="45657"/>
                  <a:pt x="614122" y="33314"/>
                  <a:pt x="606317" y="39277"/>
                </a:cubicBezTo>
                <a:cubicBezTo>
                  <a:pt x="584019" y="56115"/>
                  <a:pt x="565669" y="77601"/>
                  <a:pt x="552470" y="102223"/>
                </a:cubicBezTo>
                <a:cubicBezTo>
                  <a:pt x="551023" y="104503"/>
                  <a:pt x="551176" y="107419"/>
                  <a:pt x="552843" y="109545"/>
                </a:cubicBezTo>
                <a:cubicBezTo>
                  <a:pt x="552996" y="111124"/>
                  <a:pt x="553654" y="112615"/>
                  <a:pt x="554728" y="113799"/>
                </a:cubicBezTo>
                <a:cubicBezTo>
                  <a:pt x="574416" y="135921"/>
                  <a:pt x="597985" y="154271"/>
                  <a:pt x="624273" y="167908"/>
                </a:cubicBezTo>
                <a:cubicBezTo>
                  <a:pt x="632429" y="172162"/>
                  <a:pt x="639401" y="158700"/>
                  <a:pt x="631025" y="154315"/>
                </a:cubicBezTo>
                <a:cubicBezTo>
                  <a:pt x="609956" y="143265"/>
                  <a:pt x="590728" y="129014"/>
                  <a:pt x="574021" y="112067"/>
                </a:cubicBezTo>
                <a:cubicBezTo>
                  <a:pt x="1426426" y="15774"/>
                  <a:pt x="2294047" y="-40901"/>
                  <a:pt x="3145004" y="97048"/>
                </a:cubicBezTo>
                <a:cubicBezTo>
                  <a:pt x="3209331" y="107550"/>
                  <a:pt x="3269536" y="123884"/>
                  <a:pt x="3319414" y="167886"/>
                </a:cubicBezTo>
                <a:cubicBezTo>
                  <a:pt x="3474552" y="310265"/>
                  <a:pt x="3450632" y="540604"/>
                  <a:pt x="3463897" y="732531"/>
                </a:cubicBezTo>
                <a:cubicBezTo>
                  <a:pt x="3470474" y="878856"/>
                  <a:pt x="3477052" y="1001085"/>
                  <a:pt x="3483783" y="1147410"/>
                </a:cubicBezTo>
                <a:cubicBezTo>
                  <a:pt x="3501191" y="1385138"/>
                  <a:pt x="3525965" y="1744218"/>
                  <a:pt x="3230532" y="1813916"/>
                </a:cubicBezTo>
                <a:cubicBezTo>
                  <a:pt x="3161470" y="1826939"/>
                  <a:pt x="3088899" y="1823212"/>
                  <a:pt x="3018938" y="1824396"/>
                </a:cubicBezTo>
                <a:cubicBezTo>
                  <a:pt x="2066294" y="1838384"/>
                  <a:pt x="1110998" y="1858664"/>
                  <a:pt x="159779" y="1795412"/>
                </a:cubicBezTo>
                <a:cubicBezTo>
                  <a:pt x="96198" y="1786642"/>
                  <a:pt x="52897" y="1750883"/>
                  <a:pt x="37988" y="1686381"/>
                </a:cubicBezTo>
                <a:cubicBezTo>
                  <a:pt x="23014" y="1627185"/>
                  <a:pt x="28429" y="1563604"/>
                  <a:pt x="29218" y="1503201"/>
                </a:cubicBezTo>
                <a:cubicBezTo>
                  <a:pt x="32288" y="1285666"/>
                  <a:pt x="37769" y="1068196"/>
                  <a:pt x="45640" y="850771"/>
                </a:cubicBezTo>
                <a:cubicBezTo>
                  <a:pt x="67279" y="849039"/>
                  <a:pt x="84052" y="831170"/>
                  <a:pt x="84403" y="809465"/>
                </a:cubicBezTo>
                <a:cubicBezTo>
                  <a:pt x="84775" y="785085"/>
                  <a:pt x="61119" y="766449"/>
                  <a:pt x="37528" y="771382"/>
                </a:cubicBezTo>
                <a:cubicBezTo>
                  <a:pt x="-10202" y="773070"/>
                  <a:pt x="-12460" y="837024"/>
                  <a:pt x="31082" y="849280"/>
                </a:cubicBezTo>
                <a:cubicBezTo>
                  <a:pt x="22860" y="1075914"/>
                  <a:pt x="17248" y="1302614"/>
                  <a:pt x="14222" y="1529401"/>
                </a:cubicBezTo>
                <a:cubicBezTo>
                  <a:pt x="6724" y="1697563"/>
                  <a:pt x="25184" y="1816372"/>
                  <a:pt x="222900" y="1815955"/>
                </a:cubicBezTo>
                <a:cubicBezTo>
                  <a:pt x="1165853" y="1869451"/>
                  <a:pt x="2110823" y="1854630"/>
                  <a:pt x="3054653" y="1838559"/>
                </a:cubicBezTo>
                <a:cubicBezTo>
                  <a:pt x="3124352" y="1837376"/>
                  <a:pt x="3196834" y="1840752"/>
                  <a:pt x="3264427" y="1820822"/>
                </a:cubicBezTo>
                <a:cubicBezTo>
                  <a:pt x="3445173" y="1765222"/>
                  <a:pt x="3508426" y="1558539"/>
                  <a:pt x="3506606" y="1387089"/>
                </a:cubicBezTo>
                <a:cubicBezTo>
                  <a:pt x="3507527" y="1313642"/>
                  <a:pt x="3502637" y="1239910"/>
                  <a:pt x="3499305" y="1166353"/>
                </a:cubicBezTo>
                <a:close/>
                <a:moveTo>
                  <a:pt x="14683" y="811175"/>
                </a:moveTo>
                <a:cubicBezTo>
                  <a:pt x="12863" y="794424"/>
                  <a:pt x="28933" y="781270"/>
                  <a:pt x="44807" y="788066"/>
                </a:cubicBezTo>
                <a:cubicBezTo>
                  <a:pt x="47241" y="789162"/>
                  <a:pt x="50112" y="788768"/>
                  <a:pt x="52152" y="787036"/>
                </a:cubicBezTo>
                <a:cubicBezTo>
                  <a:pt x="78987" y="795301"/>
                  <a:pt x="73002" y="833713"/>
                  <a:pt x="45815" y="836191"/>
                </a:cubicBezTo>
                <a:cubicBezTo>
                  <a:pt x="30424" y="837594"/>
                  <a:pt x="16656" y="826588"/>
                  <a:pt x="14683" y="81124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 rot="4673461">
            <a:off x="10062169" y="4833925"/>
            <a:ext cx="1085385" cy="1362939"/>
          </a:xfrm>
          <a:custGeom>
            <a:avLst/>
            <a:gdLst/>
            <a:ahLst/>
            <a:cxnLst/>
            <a:rect l="l" t="t" r="r" b="b"/>
            <a:pathLst>
              <a:path w="385904" h="484587" extrusionOk="0">
                <a:moveTo>
                  <a:pt x="316148" y="219239"/>
                </a:moveTo>
                <a:cubicBezTo>
                  <a:pt x="261491" y="116194"/>
                  <a:pt x="157744" y="32311"/>
                  <a:pt x="38101" y="26786"/>
                </a:cubicBezTo>
                <a:cubicBezTo>
                  <a:pt x="47463" y="22510"/>
                  <a:pt x="56935" y="18432"/>
                  <a:pt x="66471" y="14530"/>
                </a:cubicBezTo>
                <a:cubicBezTo>
                  <a:pt x="75241" y="10978"/>
                  <a:pt x="71273" y="-3010"/>
                  <a:pt x="62086" y="586"/>
                </a:cubicBezTo>
                <a:cubicBezTo>
                  <a:pt x="42552" y="8566"/>
                  <a:pt x="23390" y="17336"/>
                  <a:pt x="4578" y="26895"/>
                </a:cubicBezTo>
                <a:cubicBezTo>
                  <a:pt x="-2854" y="30645"/>
                  <a:pt x="-508" y="42440"/>
                  <a:pt x="6398" y="41585"/>
                </a:cubicBezTo>
                <a:cubicBezTo>
                  <a:pt x="7473" y="41870"/>
                  <a:pt x="8591" y="41957"/>
                  <a:pt x="9709" y="41826"/>
                </a:cubicBezTo>
                <a:cubicBezTo>
                  <a:pt x="22162" y="48710"/>
                  <a:pt x="33190" y="57875"/>
                  <a:pt x="42267" y="68837"/>
                </a:cubicBezTo>
                <a:cubicBezTo>
                  <a:pt x="48231" y="76094"/>
                  <a:pt x="60618" y="67368"/>
                  <a:pt x="54786" y="60265"/>
                </a:cubicBezTo>
                <a:cubicBezTo>
                  <a:pt x="49217" y="53468"/>
                  <a:pt x="42990" y="47241"/>
                  <a:pt x="36216" y="41650"/>
                </a:cubicBezTo>
                <a:cubicBezTo>
                  <a:pt x="257544" y="58730"/>
                  <a:pt x="357411" y="281133"/>
                  <a:pt x="371135" y="478147"/>
                </a:cubicBezTo>
                <a:cubicBezTo>
                  <a:pt x="372034" y="487859"/>
                  <a:pt x="386723" y="485952"/>
                  <a:pt x="385869" y="476678"/>
                </a:cubicBezTo>
                <a:cubicBezTo>
                  <a:pt x="377756" y="387730"/>
                  <a:pt x="358704" y="298409"/>
                  <a:pt x="316148" y="21923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 rot="4673461">
            <a:off x="10662533" y="5726429"/>
            <a:ext cx="247560" cy="447641"/>
          </a:xfrm>
          <a:custGeom>
            <a:avLst/>
            <a:gdLst/>
            <a:ahLst/>
            <a:cxnLst/>
            <a:rect l="l" t="t" r="r" b="b"/>
            <a:pathLst>
              <a:path w="88019" h="159157" extrusionOk="0">
                <a:moveTo>
                  <a:pt x="87774" y="149186"/>
                </a:moveTo>
                <a:cubicBezTo>
                  <a:pt x="74290" y="95537"/>
                  <a:pt x="49098" y="45526"/>
                  <a:pt x="14041" y="2730"/>
                </a:cubicBezTo>
                <a:cubicBezTo>
                  <a:pt x="8078" y="-4527"/>
                  <a:pt x="-4309" y="4199"/>
                  <a:pt x="1522" y="11302"/>
                </a:cubicBezTo>
                <a:cubicBezTo>
                  <a:pt x="35835" y="53069"/>
                  <a:pt x="60478" y="101916"/>
                  <a:pt x="73676" y="154338"/>
                </a:cubicBezTo>
                <a:cubicBezTo>
                  <a:pt x="76044" y="163678"/>
                  <a:pt x="90032" y="158065"/>
                  <a:pt x="87774" y="14918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 rot="-5167633">
            <a:off x="450936" y="4656294"/>
            <a:ext cx="1108065" cy="128181"/>
          </a:xfrm>
          <a:custGeom>
            <a:avLst/>
            <a:gdLst/>
            <a:ahLst/>
            <a:cxnLst/>
            <a:rect l="l" t="t" r="r" b="b"/>
            <a:pathLst>
              <a:path w="393896" h="45566" extrusionOk="0">
                <a:moveTo>
                  <a:pt x="386461" y="1"/>
                </a:moveTo>
                <a:cubicBezTo>
                  <a:pt x="259364" y="2172"/>
                  <a:pt x="132531" y="12432"/>
                  <a:pt x="6750" y="30696"/>
                </a:cubicBezTo>
                <a:cubicBezTo>
                  <a:pt x="-2393" y="32011"/>
                  <a:pt x="-2305" y="46876"/>
                  <a:pt x="7364" y="45473"/>
                </a:cubicBezTo>
                <a:cubicBezTo>
                  <a:pt x="133145" y="27210"/>
                  <a:pt x="259978" y="16949"/>
                  <a:pt x="387053" y="14778"/>
                </a:cubicBezTo>
                <a:cubicBezTo>
                  <a:pt x="396349" y="14647"/>
                  <a:pt x="396196" y="-152"/>
                  <a:pt x="38646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 rot="-5167633">
            <a:off x="818716" y="3831037"/>
            <a:ext cx="371120" cy="57460"/>
          </a:xfrm>
          <a:custGeom>
            <a:avLst/>
            <a:gdLst/>
            <a:ahLst/>
            <a:cxnLst/>
            <a:rect l="l" t="t" r="r" b="b"/>
            <a:pathLst>
              <a:path w="131926" h="20426" extrusionOk="0">
                <a:moveTo>
                  <a:pt x="124504" y="198"/>
                </a:moveTo>
                <a:cubicBezTo>
                  <a:pt x="85193" y="-635"/>
                  <a:pt x="45860" y="1163"/>
                  <a:pt x="6791" y="5570"/>
                </a:cubicBezTo>
                <a:cubicBezTo>
                  <a:pt x="-2417" y="6622"/>
                  <a:pt x="-2308" y="21465"/>
                  <a:pt x="7405" y="20369"/>
                </a:cubicBezTo>
                <a:cubicBezTo>
                  <a:pt x="46474" y="15962"/>
                  <a:pt x="85807" y="14164"/>
                  <a:pt x="125118" y="14997"/>
                </a:cubicBezTo>
                <a:cubicBezTo>
                  <a:pt x="134392" y="15194"/>
                  <a:pt x="134195" y="417"/>
                  <a:pt x="124504" y="19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7016333" y="616327"/>
            <a:ext cx="908065" cy="285776"/>
          </a:xfrm>
          <a:custGeom>
            <a:avLst/>
            <a:gdLst/>
            <a:ahLst/>
            <a:cxnLst/>
            <a:rect l="l" t="t" r="r" b="b"/>
            <a:pathLst>
              <a:path w="322772" h="101579" extrusionOk="0">
                <a:moveTo>
                  <a:pt x="308867" y="12831"/>
                </a:moveTo>
                <a:cubicBezTo>
                  <a:pt x="298146" y="35457"/>
                  <a:pt x="274994" y="116227"/>
                  <a:pt x="241691" y="74877"/>
                </a:cubicBezTo>
                <a:cubicBezTo>
                  <a:pt x="226606" y="51615"/>
                  <a:pt x="229566" y="5595"/>
                  <a:pt x="194224" y="334"/>
                </a:cubicBezTo>
                <a:cubicBezTo>
                  <a:pt x="178877" y="-1990"/>
                  <a:pt x="165349" y="8161"/>
                  <a:pt x="157325" y="20460"/>
                </a:cubicBezTo>
                <a:cubicBezTo>
                  <a:pt x="146363" y="37211"/>
                  <a:pt x="147130" y="60538"/>
                  <a:pt x="133361" y="75425"/>
                </a:cubicBezTo>
                <a:cubicBezTo>
                  <a:pt x="125907" y="83493"/>
                  <a:pt x="113761" y="87221"/>
                  <a:pt x="105692" y="77925"/>
                </a:cubicBezTo>
                <a:cubicBezTo>
                  <a:pt x="91836" y="58697"/>
                  <a:pt x="101308" y="30480"/>
                  <a:pt x="85040" y="12019"/>
                </a:cubicBezTo>
                <a:cubicBezTo>
                  <a:pt x="56538" y="-22380"/>
                  <a:pt x="11110" y="29318"/>
                  <a:pt x="630" y="55386"/>
                </a:cubicBezTo>
                <a:cubicBezTo>
                  <a:pt x="-3009" y="64441"/>
                  <a:pt x="10145" y="70339"/>
                  <a:pt x="13785" y="61415"/>
                </a:cubicBezTo>
                <a:cubicBezTo>
                  <a:pt x="27992" y="24319"/>
                  <a:pt x="78221" y="-12668"/>
                  <a:pt x="82496" y="51571"/>
                </a:cubicBezTo>
                <a:cubicBezTo>
                  <a:pt x="84097" y="65734"/>
                  <a:pt x="86640" y="82003"/>
                  <a:pt x="98129" y="91803"/>
                </a:cubicBezTo>
                <a:cubicBezTo>
                  <a:pt x="110954" y="102765"/>
                  <a:pt x="128560" y="98863"/>
                  <a:pt x="140355" y="88558"/>
                </a:cubicBezTo>
                <a:cubicBezTo>
                  <a:pt x="155703" y="75184"/>
                  <a:pt x="157632" y="55079"/>
                  <a:pt x="164867" y="37255"/>
                </a:cubicBezTo>
                <a:cubicBezTo>
                  <a:pt x="172102" y="19430"/>
                  <a:pt x="191308" y="5464"/>
                  <a:pt x="205690" y="25086"/>
                </a:cubicBezTo>
                <a:cubicBezTo>
                  <a:pt x="222397" y="47844"/>
                  <a:pt x="217508" y="92066"/>
                  <a:pt x="250965" y="100880"/>
                </a:cubicBezTo>
                <a:cubicBezTo>
                  <a:pt x="294375" y="108729"/>
                  <a:pt x="307464" y="48633"/>
                  <a:pt x="322022" y="18904"/>
                </a:cubicBezTo>
                <a:cubicBezTo>
                  <a:pt x="326034" y="9915"/>
                  <a:pt x="312836" y="4039"/>
                  <a:pt x="308867" y="1283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3772882" y="6015481"/>
            <a:ext cx="1836055" cy="89211"/>
          </a:xfrm>
          <a:custGeom>
            <a:avLst/>
            <a:gdLst/>
            <a:ahLst/>
            <a:cxnLst/>
            <a:rect l="l" t="t" r="r" b="b"/>
            <a:pathLst>
              <a:path w="652626" h="31710" extrusionOk="0">
                <a:moveTo>
                  <a:pt x="645179" y="13550"/>
                </a:moveTo>
                <a:cubicBezTo>
                  <a:pt x="432971" y="20774"/>
                  <a:pt x="220527" y="16258"/>
                  <a:pt x="8819" y="23"/>
                </a:cubicBezTo>
                <a:cubicBezTo>
                  <a:pt x="-280" y="-657"/>
                  <a:pt x="-3941" y="13989"/>
                  <a:pt x="5662" y="14712"/>
                </a:cubicBezTo>
                <a:cubicBezTo>
                  <a:pt x="218646" y="31045"/>
                  <a:pt x="432371" y="35612"/>
                  <a:pt x="645859" y="28393"/>
                </a:cubicBezTo>
                <a:cubicBezTo>
                  <a:pt x="655067" y="28043"/>
                  <a:pt x="654914" y="13178"/>
                  <a:pt x="645179" y="1355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746073" y="6059972"/>
            <a:ext cx="351945" cy="41635"/>
          </a:xfrm>
          <a:custGeom>
            <a:avLst/>
            <a:gdLst/>
            <a:ahLst/>
            <a:cxnLst/>
            <a:rect l="l" t="t" r="r" b="b"/>
            <a:pathLst>
              <a:path w="125099" h="14799" extrusionOk="0">
                <a:moveTo>
                  <a:pt x="117661" y="0"/>
                </a:moveTo>
                <a:lnTo>
                  <a:pt x="6833" y="0"/>
                </a:lnTo>
                <a:cubicBezTo>
                  <a:pt x="-2463" y="0"/>
                  <a:pt x="-2288" y="14799"/>
                  <a:pt x="7446" y="14799"/>
                </a:cubicBezTo>
                <a:lnTo>
                  <a:pt x="118275" y="14799"/>
                </a:lnTo>
                <a:cubicBezTo>
                  <a:pt x="127571" y="14887"/>
                  <a:pt x="127374" y="0"/>
                  <a:pt x="11766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0280983" y="889496"/>
            <a:ext cx="387165" cy="308299"/>
          </a:xfrm>
          <a:custGeom>
            <a:avLst/>
            <a:gdLst/>
            <a:ahLst/>
            <a:cxnLst/>
            <a:rect l="l" t="t" r="r" b="b"/>
            <a:pathLst>
              <a:path w="137618" h="109585" extrusionOk="0">
                <a:moveTo>
                  <a:pt x="136999" y="99882"/>
                </a:moveTo>
                <a:cubicBezTo>
                  <a:pt x="113869" y="47085"/>
                  <a:pt x="65635" y="9548"/>
                  <a:pt x="8785" y="104"/>
                </a:cubicBezTo>
                <a:cubicBezTo>
                  <a:pt x="-292" y="-1365"/>
                  <a:pt x="-3910" y="13258"/>
                  <a:pt x="5627" y="14771"/>
                </a:cubicBezTo>
                <a:cubicBezTo>
                  <a:pt x="57435" y="23274"/>
                  <a:pt x="101482" y="57237"/>
                  <a:pt x="122902" y="105166"/>
                </a:cubicBezTo>
                <a:cubicBezTo>
                  <a:pt x="126738" y="113936"/>
                  <a:pt x="140705" y="108323"/>
                  <a:pt x="136999" y="9988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10487272" y="822701"/>
            <a:ext cx="176571" cy="121657"/>
          </a:xfrm>
          <a:custGeom>
            <a:avLst/>
            <a:gdLst/>
            <a:ahLst/>
            <a:cxnLst/>
            <a:rect l="l" t="t" r="r" b="b"/>
            <a:pathLst>
              <a:path w="62762" h="43243" extrusionOk="0">
                <a:moveTo>
                  <a:pt x="60351" y="30032"/>
                </a:moveTo>
                <a:cubicBezTo>
                  <a:pt x="45705" y="17367"/>
                  <a:pt x="28955" y="7372"/>
                  <a:pt x="10845" y="500"/>
                </a:cubicBezTo>
                <a:cubicBezTo>
                  <a:pt x="2273" y="-2745"/>
                  <a:pt x="-4765" y="10739"/>
                  <a:pt x="4092" y="14093"/>
                </a:cubicBezTo>
                <a:cubicBezTo>
                  <a:pt x="20996" y="20446"/>
                  <a:pt x="36672" y="29731"/>
                  <a:pt x="50353" y="41521"/>
                </a:cubicBezTo>
                <a:cubicBezTo>
                  <a:pt x="57413" y="47594"/>
                  <a:pt x="67410" y="36127"/>
                  <a:pt x="60351" y="3003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3543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2281785" y="1406383"/>
            <a:ext cx="3939" cy="1863"/>
          </a:xfrm>
          <a:custGeom>
            <a:avLst/>
            <a:gdLst/>
            <a:ahLst/>
            <a:cxnLst/>
            <a:rect l="l" t="t" r="r" b="b"/>
            <a:pathLst>
              <a:path w="1400" h="662" extrusionOk="0">
                <a:moveTo>
                  <a:pt x="0" y="663"/>
                </a:moveTo>
                <a:cubicBezTo>
                  <a:pt x="2192" y="-368"/>
                  <a:pt x="1513" y="-61"/>
                  <a:pt x="0" y="66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053255" y="674684"/>
            <a:ext cx="10558975" cy="5828245"/>
          </a:xfrm>
          <a:custGeom>
            <a:avLst/>
            <a:gdLst/>
            <a:ahLst/>
            <a:cxnLst/>
            <a:rect l="l" t="t" r="r" b="b"/>
            <a:pathLst>
              <a:path w="3753190" h="2071651" extrusionOk="0">
                <a:moveTo>
                  <a:pt x="3559557" y="312526"/>
                </a:moveTo>
                <a:cubicBezTo>
                  <a:pt x="3462673" y="190537"/>
                  <a:pt x="3320580" y="114262"/>
                  <a:pt x="3169958" y="80871"/>
                </a:cubicBezTo>
                <a:cubicBezTo>
                  <a:pt x="2666702" y="-4635"/>
                  <a:pt x="2149217" y="-1697"/>
                  <a:pt x="1639734" y="934"/>
                </a:cubicBezTo>
                <a:cubicBezTo>
                  <a:pt x="1246802" y="10932"/>
                  <a:pt x="855690" y="56206"/>
                  <a:pt x="467318" y="117923"/>
                </a:cubicBezTo>
                <a:cubicBezTo>
                  <a:pt x="174056" y="164557"/>
                  <a:pt x="89909" y="643718"/>
                  <a:pt x="35646" y="899687"/>
                </a:cubicBezTo>
                <a:cubicBezTo>
                  <a:pt x="-28637" y="1401979"/>
                  <a:pt x="-84588" y="1869849"/>
                  <a:pt x="614695" y="1936390"/>
                </a:cubicBezTo>
                <a:cubicBezTo>
                  <a:pt x="1341779" y="2005561"/>
                  <a:pt x="2076558" y="2008434"/>
                  <a:pt x="2804213" y="1931237"/>
                </a:cubicBezTo>
                <a:cubicBezTo>
                  <a:pt x="2974808" y="1913456"/>
                  <a:pt x="3089078" y="1906791"/>
                  <a:pt x="3089078" y="1906791"/>
                </a:cubicBezTo>
                <a:cubicBezTo>
                  <a:pt x="3099164" y="1977323"/>
                  <a:pt x="3363661" y="2103279"/>
                  <a:pt x="3459384" y="2064341"/>
                </a:cubicBezTo>
                <a:cubicBezTo>
                  <a:pt x="3373725" y="1984887"/>
                  <a:pt x="3328363" y="1836962"/>
                  <a:pt x="3328363" y="1836962"/>
                </a:cubicBezTo>
                <a:cubicBezTo>
                  <a:pt x="3697529" y="1838781"/>
                  <a:pt x="3736708" y="1487660"/>
                  <a:pt x="3747407" y="1232568"/>
                </a:cubicBezTo>
                <a:cubicBezTo>
                  <a:pt x="3760452" y="920406"/>
                  <a:pt x="3769770" y="568692"/>
                  <a:pt x="3559557" y="3125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05895" y="466400"/>
            <a:ext cx="10750127" cy="6016339"/>
          </a:xfrm>
          <a:custGeom>
            <a:avLst/>
            <a:gdLst/>
            <a:ahLst/>
            <a:cxnLst/>
            <a:rect l="l" t="t" r="r" b="b"/>
            <a:pathLst>
              <a:path w="3821135" h="2138509" extrusionOk="0">
                <a:moveTo>
                  <a:pt x="3819859" y="752034"/>
                </a:moveTo>
                <a:cubicBezTo>
                  <a:pt x="3812054" y="539103"/>
                  <a:pt x="3741062" y="308303"/>
                  <a:pt x="3556764" y="183793"/>
                </a:cubicBezTo>
                <a:cubicBezTo>
                  <a:pt x="3418070" y="94210"/>
                  <a:pt x="3245918" y="93267"/>
                  <a:pt x="3087294" y="70619"/>
                </a:cubicBezTo>
                <a:cubicBezTo>
                  <a:pt x="2233223" y="-29401"/>
                  <a:pt x="1371303" y="-1973"/>
                  <a:pt x="513768" y="25410"/>
                </a:cubicBezTo>
                <a:cubicBezTo>
                  <a:pt x="504472" y="25717"/>
                  <a:pt x="504626" y="40517"/>
                  <a:pt x="514360" y="40210"/>
                </a:cubicBezTo>
                <a:cubicBezTo>
                  <a:pt x="1396429" y="12037"/>
                  <a:pt x="2283672" y="-16268"/>
                  <a:pt x="3161333" y="94714"/>
                </a:cubicBezTo>
                <a:cubicBezTo>
                  <a:pt x="3242301" y="104953"/>
                  <a:pt x="3324781" y="113350"/>
                  <a:pt x="3403994" y="133740"/>
                </a:cubicBezTo>
                <a:cubicBezTo>
                  <a:pt x="3829331" y="245730"/>
                  <a:pt x="3826151" y="758590"/>
                  <a:pt x="3794098" y="1112320"/>
                </a:cubicBezTo>
                <a:cubicBezTo>
                  <a:pt x="3788682" y="1201882"/>
                  <a:pt x="3783289" y="1291422"/>
                  <a:pt x="3777873" y="1380984"/>
                </a:cubicBezTo>
                <a:cubicBezTo>
                  <a:pt x="3772919" y="1463047"/>
                  <a:pt x="3775440" y="1551052"/>
                  <a:pt x="3749985" y="1630069"/>
                </a:cubicBezTo>
                <a:cubicBezTo>
                  <a:pt x="3682304" y="1828398"/>
                  <a:pt x="3446681" y="1860474"/>
                  <a:pt x="3265453" y="1869353"/>
                </a:cubicBezTo>
                <a:cubicBezTo>
                  <a:pt x="3261550" y="1869572"/>
                  <a:pt x="3258525" y="1872861"/>
                  <a:pt x="3258634" y="1876786"/>
                </a:cubicBezTo>
                <a:cubicBezTo>
                  <a:pt x="3253372" y="1875865"/>
                  <a:pt x="3247256" y="1880315"/>
                  <a:pt x="3249865" y="1886191"/>
                </a:cubicBezTo>
                <a:cubicBezTo>
                  <a:pt x="3272885" y="1936245"/>
                  <a:pt x="3299743" y="1984457"/>
                  <a:pt x="3330196" y="2030367"/>
                </a:cubicBezTo>
                <a:cubicBezTo>
                  <a:pt x="3349928" y="2060119"/>
                  <a:pt x="3371305" y="2094321"/>
                  <a:pt x="3399850" y="2118065"/>
                </a:cubicBezTo>
                <a:cubicBezTo>
                  <a:pt x="3244186" y="2098991"/>
                  <a:pt x="3086110" y="2032976"/>
                  <a:pt x="3003959" y="1892242"/>
                </a:cubicBezTo>
                <a:cubicBezTo>
                  <a:pt x="2999859" y="1885183"/>
                  <a:pt x="2990103" y="1890752"/>
                  <a:pt x="2990453" y="1897526"/>
                </a:cubicBezTo>
                <a:cubicBezTo>
                  <a:pt x="2129739" y="1952338"/>
                  <a:pt x="1256221" y="2013003"/>
                  <a:pt x="401887" y="1860956"/>
                </a:cubicBezTo>
                <a:cubicBezTo>
                  <a:pt x="297351" y="1841224"/>
                  <a:pt x="184352" y="1811078"/>
                  <a:pt x="108098" y="1731974"/>
                </a:cubicBezTo>
                <a:cubicBezTo>
                  <a:pt x="16212" y="1636602"/>
                  <a:pt x="18953" y="1494092"/>
                  <a:pt x="16147" y="1370482"/>
                </a:cubicBezTo>
                <a:cubicBezTo>
                  <a:pt x="9487" y="1077504"/>
                  <a:pt x="25437" y="784439"/>
                  <a:pt x="63854" y="493916"/>
                </a:cubicBezTo>
                <a:cubicBezTo>
                  <a:pt x="68605" y="458026"/>
                  <a:pt x="73720" y="422223"/>
                  <a:pt x="79202" y="386486"/>
                </a:cubicBezTo>
                <a:cubicBezTo>
                  <a:pt x="80649" y="376795"/>
                  <a:pt x="66200" y="374800"/>
                  <a:pt x="64775" y="384140"/>
                </a:cubicBezTo>
                <a:cubicBezTo>
                  <a:pt x="20408" y="677030"/>
                  <a:pt x="-1230" y="972902"/>
                  <a:pt x="54" y="1269125"/>
                </a:cubicBezTo>
                <a:cubicBezTo>
                  <a:pt x="3869" y="1541932"/>
                  <a:pt x="-19854" y="1759752"/>
                  <a:pt x="293580" y="1850871"/>
                </a:cubicBezTo>
                <a:cubicBezTo>
                  <a:pt x="349290" y="1867336"/>
                  <a:pt x="406579" y="1877421"/>
                  <a:pt x="463868" y="1886739"/>
                </a:cubicBezTo>
                <a:cubicBezTo>
                  <a:pt x="1302153" y="2022671"/>
                  <a:pt x="2155128" y="1967049"/>
                  <a:pt x="2998127" y="1911755"/>
                </a:cubicBezTo>
                <a:cubicBezTo>
                  <a:pt x="3084838" y="2049463"/>
                  <a:pt x="3246971" y="2117276"/>
                  <a:pt x="3404016" y="2133610"/>
                </a:cubicBezTo>
                <a:cubicBezTo>
                  <a:pt x="3407984" y="2133961"/>
                  <a:pt x="3411624" y="2131330"/>
                  <a:pt x="3412501" y="2127427"/>
                </a:cubicBezTo>
                <a:cubicBezTo>
                  <a:pt x="3418552" y="2131461"/>
                  <a:pt x="3424954" y="2134969"/>
                  <a:pt x="3431619" y="2137885"/>
                </a:cubicBezTo>
                <a:cubicBezTo>
                  <a:pt x="3440060" y="2141546"/>
                  <a:pt x="3446966" y="2128063"/>
                  <a:pt x="3438372" y="2124292"/>
                </a:cubicBezTo>
                <a:cubicBezTo>
                  <a:pt x="3394128" y="2105152"/>
                  <a:pt x="3366021" y="2057137"/>
                  <a:pt x="3340479" y="2018506"/>
                </a:cubicBezTo>
                <a:cubicBezTo>
                  <a:pt x="3312196" y="1975643"/>
                  <a:pt x="3287092" y="1930742"/>
                  <a:pt x="3265409" y="1884174"/>
                </a:cubicBezTo>
                <a:cubicBezTo>
                  <a:pt x="3490267" y="1876413"/>
                  <a:pt x="3757769" y="1818401"/>
                  <a:pt x="3780987" y="1549825"/>
                </a:cubicBezTo>
                <a:cubicBezTo>
                  <a:pt x="3790809" y="1463069"/>
                  <a:pt x="3792848" y="1374976"/>
                  <a:pt x="3798132" y="1287826"/>
                </a:cubicBezTo>
                <a:cubicBezTo>
                  <a:pt x="3806945" y="1109339"/>
                  <a:pt x="3826261" y="930851"/>
                  <a:pt x="3819859" y="75203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" name="Google Shape;40;p4"/>
          <p:cNvGrpSpPr/>
          <p:nvPr/>
        </p:nvGrpSpPr>
        <p:grpSpPr>
          <a:xfrm>
            <a:off x="733633" y="491494"/>
            <a:ext cx="1170972" cy="836719"/>
            <a:chOff x="550224" y="368620"/>
            <a:chExt cx="878229" cy="627539"/>
          </a:xfrm>
        </p:grpSpPr>
        <p:sp>
          <p:nvSpPr>
            <p:cNvPr id="41" name="Google Shape;41;p4"/>
            <p:cNvSpPr/>
            <p:nvPr/>
          </p:nvSpPr>
          <p:spPr>
            <a:xfrm>
              <a:off x="550224" y="368620"/>
              <a:ext cx="430805" cy="627539"/>
            </a:xfrm>
            <a:custGeom>
              <a:avLst/>
              <a:gdLst/>
              <a:ahLst/>
              <a:cxnLst/>
              <a:rect l="l" t="t" r="r" b="b"/>
              <a:pathLst>
                <a:path w="204173" h="297412" extrusionOk="0">
                  <a:moveTo>
                    <a:pt x="139600" y="3918"/>
                  </a:moveTo>
                  <a:cubicBezTo>
                    <a:pt x="98338" y="-8491"/>
                    <a:pt x="54708" y="9706"/>
                    <a:pt x="28442" y="42571"/>
                  </a:cubicBezTo>
                  <a:cubicBezTo>
                    <a:pt x="-1200" y="79689"/>
                    <a:pt x="-6483" y="131738"/>
                    <a:pt x="7088" y="176311"/>
                  </a:cubicBezTo>
                  <a:cubicBezTo>
                    <a:pt x="15375" y="203497"/>
                    <a:pt x="33244" y="222045"/>
                    <a:pt x="55322" y="238993"/>
                  </a:cubicBezTo>
                  <a:cubicBezTo>
                    <a:pt x="80842" y="258550"/>
                    <a:pt x="107305" y="276835"/>
                    <a:pt x="134360" y="294199"/>
                  </a:cubicBezTo>
                  <a:cubicBezTo>
                    <a:pt x="135671" y="295098"/>
                    <a:pt x="137291" y="295449"/>
                    <a:pt x="138855" y="295142"/>
                  </a:cubicBezTo>
                  <a:cubicBezTo>
                    <a:pt x="140391" y="296326"/>
                    <a:pt x="142213" y="297093"/>
                    <a:pt x="144138" y="297334"/>
                  </a:cubicBezTo>
                  <a:cubicBezTo>
                    <a:pt x="153237" y="298606"/>
                    <a:pt x="156855" y="283982"/>
                    <a:pt x="147295" y="282667"/>
                  </a:cubicBezTo>
                  <a:cubicBezTo>
                    <a:pt x="145827" y="282448"/>
                    <a:pt x="140981" y="260479"/>
                    <a:pt x="140148" y="257081"/>
                  </a:cubicBezTo>
                  <a:cubicBezTo>
                    <a:pt x="133825" y="231100"/>
                    <a:pt x="132067" y="204221"/>
                    <a:pt x="134952" y="177648"/>
                  </a:cubicBezTo>
                  <a:cubicBezTo>
                    <a:pt x="176609" y="182954"/>
                    <a:pt x="202633" y="143665"/>
                    <a:pt x="203883" y="105670"/>
                  </a:cubicBezTo>
                  <a:cubicBezTo>
                    <a:pt x="206974" y="59694"/>
                    <a:pt x="185444" y="17687"/>
                    <a:pt x="139600" y="3918"/>
                  </a:cubicBezTo>
                  <a:close/>
                  <a:moveTo>
                    <a:pt x="183054" y="133777"/>
                  </a:moveTo>
                  <a:cubicBezTo>
                    <a:pt x="174767" y="153268"/>
                    <a:pt x="153741" y="169383"/>
                    <a:pt x="131882" y="161709"/>
                  </a:cubicBezTo>
                  <a:cubicBezTo>
                    <a:pt x="129346" y="160810"/>
                    <a:pt x="126524" y="161336"/>
                    <a:pt x="124472" y="163068"/>
                  </a:cubicBezTo>
                  <a:cubicBezTo>
                    <a:pt x="123380" y="163770"/>
                    <a:pt x="122532" y="164800"/>
                    <a:pt x="122038" y="166006"/>
                  </a:cubicBezTo>
                  <a:cubicBezTo>
                    <a:pt x="121199" y="167475"/>
                    <a:pt x="120874" y="169185"/>
                    <a:pt x="121118" y="170852"/>
                  </a:cubicBezTo>
                  <a:cubicBezTo>
                    <a:pt x="116602" y="204944"/>
                    <a:pt x="119253" y="239629"/>
                    <a:pt x="128901" y="272647"/>
                  </a:cubicBezTo>
                  <a:cubicBezTo>
                    <a:pt x="113583" y="262540"/>
                    <a:pt x="98506" y="252082"/>
                    <a:pt x="83670" y="241229"/>
                  </a:cubicBezTo>
                  <a:cubicBezTo>
                    <a:pt x="67008" y="229039"/>
                    <a:pt x="48460" y="216783"/>
                    <a:pt x="35699" y="200274"/>
                  </a:cubicBezTo>
                  <a:cubicBezTo>
                    <a:pt x="-9706" y="138886"/>
                    <a:pt x="18840" y="27553"/>
                    <a:pt x="100223" y="15450"/>
                  </a:cubicBezTo>
                  <a:cubicBezTo>
                    <a:pt x="169505" y="7667"/>
                    <a:pt x="206601" y="72783"/>
                    <a:pt x="183054" y="1337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1007307" y="372376"/>
              <a:ext cx="421145" cy="613504"/>
            </a:xfrm>
            <a:custGeom>
              <a:avLst/>
              <a:gdLst/>
              <a:ahLst/>
              <a:cxnLst/>
              <a:rect l="l" t="t" r="r" b="b"/>
              <a:pathLst>
                <a:path w="199595" h="290760" extrusionOk="0">
                  <a:moveTo>
                    <a:pt x="136439" y="3825"/>
                  </a:moveTo>
                  <a:cubicBezTo>
                    <a:pt x="96098" y="-8299"/>
                    <a:pt x="53476" y="9504"/>
                    <a:pt x="27803" y="41623"/>
                  </a:cubicBezTo>
                  <a:cubicBezTo>
                    <a:pt x="-1182" y="77908"/>
                    <a:pt x="-6334" y="128751"/>
                    <a:pt x="6930" y="172359"/>
                  </a:cubicBezTo>
                  <a:cubicBezTo>
                    <a:pt x="15021" y="198932"/>
                    <a:pt x="32494" y="217063"/>
                    <a:pt x="54090" y="233616"/>
                  </a:cubicBezTo>
                  <a:cubicBezTo>
                    <a:pt x="79040" y="252735"/>
                    <a:pt x="104911" y="270603"/>
                    <a:pt x="131352" y="287573"/>
                  </a:cubicBezTo>
                  <a:cubicBezTo>
                    <a:pt x="132626" y="288472"/>
                    <a:pt x="134211" y="288801"/>
                    <a:pt x="135737" y="288494"/>
                  </a:cubicBezTo>
                  <a:cubicBezTo>
                    <a:pt x="137241" y="289678"/>
                    <a:pt x="139037" y="290423"/>
                    <a:pt x="140933" y="290686"/>
                  </a:cubicBezTo>
                  <a:cubicBezTo>
                    <a:pt x="149813" y="291914"/>
                    <a:pt x="153343" y="277641"/>
                    <a:pt x="144003" y="276347"/>
                  </a:cubicBezTo>
                  <a:cubicBezTo>
                    <a:pt x="142556" y="276150"/>
                    <a:pt x="137842" y="254664"/>
                    <a:pt x="137009" y="251332"/>
                  </a:cubicBezTo>
                  <a:cubicBezTo>
                    <a:pt x="130839" y="225943"/>
                    <a:pt x="129125" y="199677"/>
                    <a:pt x="131944" y="173697"/>
                  </a:cubicBezTo>
                  <a:cubicBezTo>
                    <a:pt x="172768" y="178893"/>
                    <a:pt x="198091" y="140481"/>
                    <a:pt x="199318" y="103341"/>
                  </a:cubicBezTo>
                  <a:cubicBezTo>
                    <a:pt x="202300" y="58352"/>
                    <a:pt x="181253" y="17287"/>
                    <a:pt x="136439" y="3825"/>
                  </a:cubicBezTo>
                  <a:close/>
                  <a:moveTo>
                    <a:pt x="178907" y="130768"/>
                  </a:moveTo>
                  <a:cubicBezTo>
                    <a:pt x="170794" y="149799"/>
                    <a:pt x="150251" y="165541"/>
                    <a:pt x="128897" y="158042"/>
                  </a:cubicBezTo>
                  <a:cubicBezTo>
                    <a:pt x="126417" y="157187"/>
                    <a:pt x="123670" y="157692"/>
                    <a:pt x="121662" y="159380"/>
                  </a:cubicBezTo>
                  <a:cubicBezTo>
                    <a:pt x="120592" y="160082"/>
                    <a:pt x="119756" y="161068"/>
                    <a:pt x="119272" y="162252"/>
                  </a:cubicBezTo>
                  <a:cubicBezTo>
                    <a:pt x="118458" y="163699"/>
                    <a:pt x="118143" y="165343"/>
                    <a:pt x="118373" y="166988"/>
                  </a:cubicBezTo>
                  <a:cubicBezTo>
                    <a:pt x="113973" y="200335"/>
                    <a:pt x="116571" y="234230"/>
                    <a:pt x="126003" y="266503"/>
                  </a:cubicBezTo>
                  <a:cubicBezTo>
                    <a:pt x="111006" y="256615"/>
                    <a:pt x="96266" y="246399"/>
                    <a:pt x="81781" y="235809"/>
                  </a:cubicBezTo>
                  <a:cubicBezTo>
                    <a:pt x="65491" y="223882"/>
                    <a:pt x="47359" y="211911"/>
                    <a:pt x="34884" y="195775"/>
                  </a:cubicBezTo>
                  <a:cubicBezTo>
                    <a:pt x="-9491" y="135855"/>
                    <a:pt x="18419" y="26955"/>
                    <a:pt x="97961" y="15116"/>
                  </a:cubicBezTo>
                  <a:cubicBezTo>
                    <a:pt x="165664" y="7508"/>
                    <a:pt x="202015" y="71133"/>
                    <a:pt x="178907" y="1307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1305031" y="475050"/>
              <a:ext cx="59409" cy="175613"/>
            </a:xfrm>
            <a:custGeom>
              <a:avLst/>
              <a:gdLst/>
              <a:ahLst/>
              <a:cxnLst/>
              <a:rect l="l" t="t" r="r" b="b"/>
              <a:pathLst>
                <a:path w="28156" h="83229" extrusionOk="0">
                  <a:moveTo>
                    <a:pt x="12001" y="2074"/>
                  </a:moveTo>
                  <a:cubicBezTo>
                    <a:pt x="5687" y="-4723"/>
                    <a:pt x="-4289" y="6788"/>
                    <a:pt x="2004" y="13584"/>
                  </a:cubicBezTo>
                  <a:cubicBezTo>
                    <a:pt x="17298" y="29699"/>
                    <a:pt x="17395" y="54956"/>
                    <a:pt x="2223" y="71180"/>
                  </a:cubicBezTo>
                  <a:cubicBezTo>
                    <a:pt x="-4354" y="78459"/>
                    <a:pt x="6608" y="87887"/>
                    <a:pt x="13054" y="80608"/>
                  </a:cubicBezTo>
                  <a:cubicBezTo>
                    <a:pt x="33750" y="57455"/>
                    <a:pt x="32961" y="24678"/>
                    <a:pt x="12001" y="2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1260832" y="642594"/>
              <a:ext cx="30076" cy="31226"/>
            </a:xfrm>
            <a:custGeom>
              <a:avLst/>
              <a:gdLst/>
              <a:ahLst/>
              <a:cxnLst/>
              <a:rect l="l" t="t" r="r" b="b"/>
              <a:pathLst>
                <a:path w="14254" h="14799" extrusionOk="0">
                  <a:moveTo>
                    <a:pt x="6816" y="0"/>
                  </a:moveTo>
                  <a:cubicBezTo>
                    <a:pt x="-2458" y="0"/>
                    <a:pt x="-2283" y="14799"/>
                    <a:pt x="7430" y="14799"/>
                  </a:cubicBezTo>
                  <a:cubicBezTo>
                    <a:pt x="16726" y="14799"/>
                    <a:pt x="16529" y="0"/>
                    <a:pt x="6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611671" y="601479"/>
              <a:ext cx="103968" cy="202921"/>
            </a:xfrm>
            <a:custGeom>
              <a:avLst/>
              <a:gdLst/>
              <a:ahLst/>
              <a:cxnLst/>
              <a:rect l="l" t="t" r="r" b="b"/>
              <a:pathLst>
                <a:path w="49274" h="96171" extrusionOk="0">
                  <a:moveTo>
                    <a:pt x="46778" y="83022"/>
                  </a:moveTo>
                  <a:cubicBezTo>
                    <a:pt x="27791" y="67456"/>
                    <a:pt x="9199" y="33057"/>
                    <a:pt x="16281" y="8194"/>
                  </a:cubicBezTo>
                  <a:cubicBezTo>
                    <a:pt x="18978" y="-1277"/>
                    <a:pt x="4442" y="-3163"/>
                    <a:pt x="1877" y="5848"/>
                  </a:cubicBezTo>
                  <a:cubicBezTo>
                    <a:pt x="-2947" y="22796"/>
                    <a:pt x="2271" y="39436"/>
                    <a:pt x="9112" y="55091"/>
                  </a:cubicBezTo>
                  <a:cubicBezTo>
                    <a:pt x="15689" y="70153"/>
                    <a:pt x="23933" y="83965"/>
                    <a:pt x="36802" y="94555"/>
                  </a:cubicBezTo>
                  <a:cubicBezTo>
                    <a:pt x="43994" y="100409"/>
                    <a:pt x="53991" y="88920"/>
                    <a:pt x="46778" y="830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2285733" y="1582433"/>
            <a:ext cx="7620400" cy="369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541853" algn="ctr" rtl="0">
              <a:spcBef>
                <a:spcPts val="0"/>
              </a:spcBef>
              <a:spcAft>
                <a:spcPts val="0"/>
              </a:spcAft>
              <a:buSzPts val="2800"/>
              <a:buFont typeface="Nunito SemiBold"/>
              <a:buChar char="✗"/>
              <a:defRPr sz="3733"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marL="1219170" lvl="1" indent="-541853" algn="ctr" rtl="0">
              <a:spcBef>
                <a:spcPts val="1333"/>
              </a:spcBef>
              <a:spcAft>
                <a:spcPts val="0"/>
              </a:spcAft>
              <a:buSzPts val="2800"/>
              <a:buFont typeface="Nunito SemiBold"/>
              <a:buChar char="✗"/>
              <a:defRPr sz="3733"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L="1828754" lvl="2" indent="-541853" algn="ctr" rtl="0">
              <a:spcBef>
                <a:spcPts val="1333"/>
              </a:spcBef>
              <a:spcAft>
                <a:spcPts val="0"/>
              </a:spcAft>
              <a:buSzPts val="2800"/>
              <a:buFont typeface="Nunito SemiBold"/>
              <a:buChar char="■"/>
              <a:defRPr sz="3733"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L="2438339" lvl="3" indent="-541853" algn="ctr" rtl="0">
              <a:spcBef>
                <a:spcPts val="1333"/>
              </a:spcBef>
              <a:spcAft>
                <a:spcPts val="0"/>
              </a:spcAft>
              <a:buSzPts val="2800"/>
              <a:buFont typeface="Nunito SemiBold"/>
              <a:buChar char="●"/>
              <a:defRPr sz="3733"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L="3047924" lvl="4" indent="-541853" algn="ctr" rtl="0">
              <a:spcBef>
                <a:spcPts val="1333"/>
              </a:spcBef>
              <a:spcAft>
                <a:spcPts val="0"/>
              </a:spcAft>
              <a:buSzPts val="2800"/>
              <a:buFont typeface="Nunito SemiBold"/>
              <a:buChar char="○"/>
              <a:defRPr sz="3733"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L="3657509" lvl="5" indent="-541853" algn="ctr" rtl="0">
              <a:spcBef>
                <a:spcPts val="1333"/>
              </a:spcBef>
              <a:spcAft>
                <a:spcPts val="0"/>
              </a:spcAft>
              <a:buSzPts val="2800"/>
              <a:buFont typeface="Nunito SemiBold"/>
              <a:buChar char="■"/>
              <a:defRPr sz="3733"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L="4267093" lvl="6" indent="-541853" algn="ctr" rtl="0">
              <a:spcBef>
                <a:spcPts val="1333"/>
              </a:spcBef>
              <a:spcAft>
                <a:spcPts val="0"/>
              </a:spcAft>
              <a:buSzPts val="2800"/>
              <a:buFont typeface="Nunito SemiBold"/>
              <a:buChar char="●"/>
              <a:defRPr sz="3733"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L="4876678" lvl="7" indent="-541853" algn="ctr" rtl="0">
              <a:spcBef>
                <a:spcPts val="1333"/>
              </a:spcBef>
              <a:spcAft>
                <a:spcPts val="0"/>
              </a:spcAft>
              <a:buSzPts val="2800"/>
              <a:buFont typeface="Nunito SemiBold"/>
              <a:buChar char="○"/>
              <a:defRPr sz="3733"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L="5486263" lvl="8" indent="-541853" algn="ctr" rtl="0">
              <a:spcBef>
                <a:spcPts val="1333"/>
              </a:spcBef>
              <a:spcAft>
                <a:spcPts val="1333"/>
              </a:spcAft>
              <a:buSzPts val="2800"/>
              <a:buFont typeface="Nunito SemiBold"/>
              <a:buChar char="■"/>
              <a:defRPr sz="3733"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11205833" y="6257835"/>
            <a:ext cx="731600" cy="40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8" name="Google Shape;48;p4"/>
          <p:cNvSpPr/>
          <p:nvPr/>
        </p:nvSpPr>
        <p:spPr>
          <a:xfrm rot="-10653455">
            <a:off x="411872" y="4549353"/>
            <a:ext cx="1086664" cy="1364544"/>
          </a:xfrm>
          <a:custGeom>
            <a:avLst/>
            <a:gdLst/>
            <a:ahLst/>
            <a:cxnLst/>
            <a:rect l="l" t="t" r="r" b="b"/>
            <a:pathLst>
              <a:path w="385904" h="484587" extrusionOk="0">
                <a:moveTo>
                  <a:pt x="316148" y="219239"/>
                </a:moveTo>
                <a:cubicBezTo>
                  <a:pt x="261491" y="116194"/>
                  <a:pt x="157744" y="32311"/>
                  <a:pt x="38101" y="26786"/>
                </a:cubicBezTo>
                <a:cubicBezTo>
                  <a:pt x="47463" y="22510"/>
                  <a:pt x="56935" y="18432"/>
                  <a:pt x="66471" y="14530"/>
                </a:cubicBezTo>
                <a:cubicBezTo>
                  <a:pt x="75241" y="10978"/>
                  <a:pt x="71273" y="-3010"/>
                  <a:pt x="62086" y="586"/>
                </a:cubicBezTo>
                <a:cubicBezTo>
                  <a:pt x="42552" y="8566"/>
                  <a:pt x="23390" y="17336"/>
                  <a:pt x="4578" y="26895"/>
                </a:cubicBezTo>
                <a:cubicBezTo>
                  <a:pt x="-2854" y="30645"/>
                  <a:pt x="-508" y="42440"/>
                  <a:pt x="6398" y="41585"/>
                </a:cubicBezTo>
                <a:cubicBezTo>
                  <a:pt x="7473" y="41870"/>
                  <a:pt x="8591" y="41957"/>
                  <a:pt x="9709" y="41826"/>
                </a:cubicBezTo>
                <a:cubicBezTo>
                  <a:pt x="22162" y="48710"/>
                  <a:pt x="33190" y="57875"/>
                  <a:pt x="42267" y="68837"/>
                </a:cubicBezTo>
                <a:cubicBezTo>
                  <a:pt x="48231" y="76094"/>
                  <a:pt x="60618" y="67368"/>
                  <a:pt x="54786" y="60265"/>
                </a:cubicBezTo>
                <a:cubicBezTo>
                  <a:pt x="49217" y="53468"/>
                  <a:pt x="42990" y="47241"/>
                  <a:pt x="36216" y="41650"/>
                </a:cubicBezTo>
                <a:cubicBezTo>
                  <a:pt x="257544" y="58730"/>
                  <a:pt x="357411" y="281133"/>
                  <a:pt x="371135" y="478147"/>
                </a:cubicBezTo>
                <a:cubicBezTo>
                  <a:pt x="372034" y="487859"/>
                  <a:pt x="386723" y="485952"/>
                  <a:pt x="385869" y="476678"/>
                </a:cubicBezTo>
                <a:cubicBezTo>
                  <a:pt x="377756" y="387730"/>
                  <a:pt x="358704" y="298409"/>
                  <a:pt x="316148" y="21923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 rot="5624237">
            <a:off x="11052895" y="3822455"/>
            <a:ext cx="720159" cy="352312"/>
          </a:xfrm>
          <a:custGeom>
            <a:avLst/>
            <a:gdLst/>
            <a:ahLst/>
            <a:cxnLst/>
            <a:rect l="l" t="t" r="r" b="b"/>
            <a:pathLst>
              <a:path w="256043" h="125260" extrusionOk="0">
                <a:moveTo>
                  <a:pt x="122835" y="3891"/>
                </a:moveTo>
                <a:cubicBezTo>
                  <a:pt x="106677" y="35258"/>
                  <a:pt x="90541" y="66632"/>
                  <a:pt x="74404" y="98013"/>
                </a:cubicBezTo>
                <a:cubicBezTo>
                  <a:pt x="67103" y="82972"/>
                  <a:pt x="59737" y="67939"/>
                  <a:pt x="52348" y="52914"/>
                </a:cubicBezTo>
                <a:cubicBezTo>
                  <a:pt x="49783" y="47630"/>
                  <a:pt x="41583" y="45218"/>
                  <a:pt x="38602" y="51708"/>
                </a:cubicBezTo>
                <a:cubicBezTo>
                  <a:pt x="30007" y="70416"/>
                  <a:pt x="17598" y="87110"/>
                  <a:pt x="2141" y="100709"/>
                </a:cubicBezTo>
                <a:cubicBezTo>
                  <a:pt x="-4787" y="106848"/>
                  <a:pt x="6723" y="116802"/>
                  <a:pt x="13629" y="110685"/>
                </a:cubicBezTo>
                <a:cubicBezTo>
                  <a:pt x="26258" y="99453"/>
                  <a:pt x="36979" y="86235"/>
                  <a:pt x="45354" y="71550"/>
                </a:cubicBezTo>
                <a:lnTo>
                  <a:pt x="67432" y="116670"/>
                </a:lnTo>
                <a:cubicBezTo>
                  <a:pt x="70107" y="122174"/>
                  <a:pt x="77978" y="124147"/>
                  <a:pt x="81179" y="117876"/>
                </a:cubicBezTo>
                <a:lnTo>
                  <a:pt x="128580" y="25793"/>
                </a:lnTo>
                <a:cubicBezTo>
                  <a:pt x="139147" y="55900"/>
                  <a:pt x="147259" y="86822"/>
                  <a:pt x="152784" y="118249"/>
                </a:cubicBezTo>
                <a:cubicBezTo>
                  <a:pt x="153969" y="125024"/>
                  <a:pt x="163462" y="128422"/>
                  <a:pt x="166970" y="121318"/>
                </a:cubicBezTo>
                <a:cubicBezTo>
                  <a:pt x="177515" y="99979"/>
                  <a:pt x="188039" y="78638"/>
                  <a:pt x="198585" y="57299"/>
                </a:cubicBezTo>
                <a:cubicBezTo>
                  <a:pt x="214107" y="75321"/>
                  <a:pt x="228819" y="94022"/>
                  <a:pt x="242434" y="113469"/>
                </a:cubicBezTo>
                <a:cubicBezTo>
                  <a:pt x="247959" y="121297"/>
                  <a:pt x="260259" y="113711"/>
                  <a:pt x="254580" y="105686"/>
                </a:cubicBezTo>
                <a:cubicBezTo>
                  <a:pt x="238509" y="82896"/>
                  <a:pt x="221145" y="61039"/>
                  <a:pt x="202575" y="40220"/>
                </a:cubicBezTo>
                <a:cubicBezTo>
                  <a:pt x="199023" y="36229"/>
                  <a:pt x="192512" y="35089"/>
                  <a:pt x="189705" y="40746"/>
                </a:cubicBezTo>
                <a:lnTo>
                  <a:pt x="163001" y="94899"/>
                </a:lnTo>
                <a:cubicBezTo>
                  <a:pt x="156468" y="64295"/>
                  <a:pt x="147566" y="34241"/>
                  <a:pt x="136407" y="5009"/>
                </a:cubicBezTo>
                <a:cubicBezTo>
                  <a:pt x="134324" y="-823"/>
                  <a:pt x="125861" y="-2029"/>
                  <a:pt x="122835" y="38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 rot="5400000">
            <a:off x="8345524" y="-158950"/>
            <a:ext cx="151107" cy="1272065"/>
          </a:xfrm>
          <a:custGeom>
            <a:avLst/>
            <a:gdLst/>
            <a:ahLst/>
            <a:cxnLst/>
            <a:rect l="l" t="t" r="r" b="b"/>
            <a:pathLst>
              <a:path w="53711" h="452156" extrusionOk="0">
                <a:moveTo>
                  <a:pt x="39194" y="6047"/>
                </a:moveTo>
                <a:cubicBezTo>
                  <a:pt x="16217" y="151582"/>
                  <a:pt x="8039" y="298805"/>
                  <a:pt x="15" y="445744"/>
                </a:cubicBezTo>
                <a:cubicBezTo>
                  <a:pt x="-533" y="455478"/>
                  <a:pt x="14244" y="453439"/>
                  <a:pt x="14748" y="444275"/>
                </a:cubicBezTo>
                <a:cubicBezTo>
                  <a:pt x="22707" y="298586"/>
                  <a:pt x="30819" y="152678"/>
                  <a:pt x="53598" y="8393"/>
                </a:cubicBezTo>
                <a:cubicBezTo>
                  <a:pt x="55133" y="-1298"/>
                  <a:pt x="40597" y="-3271"/>
                  <a:pt x="39194" y="60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 rot="5400000">
            <a:off x="8612885" y="97747"/>
            <a:ext cx="107249" cy="532052"/>
          </a:xfrm>
          <a:custGeom>
            <a:avLst/>
            <a:gdLst/>
            <a:ahLst/>
            <a:cxnLst/>
            <a:rect l="l" t="t" r="r" b="b"/>
            <a:pathLst>
              <a:path w="38122" h="189118" extrusionOk="0">
                <a:moveTo>
                  <a:pt x="23673" y="6072"/>
                </a:moveTo>
                <a:cubicBezTo>
                  <a:pt x="15809" y="64288"/>
                  <a:pt x="7945" y="122498"/>
                  <a:pt x="82" y="180701"/>
                </a:cubicBezTo>
                <a:cubicBezTo>
                  <a:pt x="-1212" y="190414"/>
                  <a:pt x="13237" y="192409"/>
                  <a:pt x="14486" y="183047"/>
                </a:cubicBezTo>
                <a:cubicBezTo>
                  <a:pt x="22364" y="124844"/>
                  <a:pt x="30213" y="66634"/>
                  <a:pt x="38033" y="8418"/>
                </a:cubicBezTo>
                <a:cubicBezTo>
                  <a:pt x="39393" y="-1295"/>
                  <a:pt x="24879" y="-3290"/>
                  <a:pt x="23673" y="60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 flipH="1">
            <a:off x="648134" y="338347"/>
            <a:ext cx="387165" cy="308299"/>
          </a:xfrm>
          <a:custGeom>
            <a:avLst/>
            <a:gdLst/>
            <a:ahLst/>
            <a:cxnLst/>
            <a:rect l="l" t="t" r="r" b="b"/>
            <a:pathLst>
              <a:path w="137618" h="109585" extrusionOk="0">
                <a:moveTo>
                  <a:pt x="136999" y="99882"/>
                </a:moveTo>
                <a:cubicBezTo>
                  <a:pt x="113869" y="47085"/>
                  <a:pt x="65635" y="9548"/>
                  <a:pt x="8785" y="104"/>
                </a:cubicBezTo>
                <a:cubicBezTo>
                  <a:pt x="-292" y="-1365"/>
                  <a:pt x="-3910" y="13258"/>
                  <a:pt x="5627" y="14771"/>
                </a:cubicBezTo>
                <a:cubicBezTo>
                  <a:pt x="57435" y="23274"/>
                  <a:pt x="101482" y="57237"/>
                  <a:pt x="122902" y="105166"/>
                </a:cubicBezTo>
                <a:cubicBezTo>
                  <a:pt x="126738" y="113936"/>
                  <a:pt x="140705" y="108323"/>
                  <a:pt x="136999" y="9988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 flipH="1">
            <a:off x="679413" y="307517"/>
            <a:ext cx="176571" cy="121657"/>
          </a:xfrm>
          <a:custGeom>
            <a:avLst/>
            <a:gdLst/>
            <a:ahLst/>
            <a:cxnLst/>
            <a:rect l="l" t="t" r="r" b="b"/>
            <a:pathLst>
              <a:path w="62762" h="43243" extrusionOk="0">
                <a:moveTo>
                  <a:pt x="60351" y="30032"/>
                </a:moveTo>
                <a:cubicBezTo>
                  <a:pt x="45705" y="17367"/>
                  <a:pt x="28955" y="7372"/>
                  <a:pt x="10845" y="500"/>
                </a:cubicBezTo>
                <a:cubicBezTo>
                  <a:pt x="2273" y="-2745"/>
                  <a:pt x="-4765" y="10739"/>
                  <a:pt x="4092" y="14093"/>
                </a:cubicBezTo>
                <a:cubicBezTo>
                  <a:pt x="20996" y="20446"/>
                  <a:pt x="36672" y="29731"/>
                  <a:pt x="50353" y="41521"/>
                </a:cubicBezTo>
                <a:cubicBezTo>
                  <a:pt x="57413" y="47594"/>
                  <a:pt x="67410" y="36127"/>
                  <a:pt x="60351" y="3003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5357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half">
  <p:cSld name="Title + 1 column half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chemeClr val="lt1"/>
              </a:gs>
              <a:gs pos="4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70;p6"/>
          <p:cNvSpPr/>
          <p:nvPr/>
        </p:nvSpPr>
        <p:spPr>
          <a:xfrm rot="10800000">
            <a:off x="637494" y="665999"/>
            <a:ext cx="5188773" cy="5852601"/>
          </a:xfrm>
          <a:custGeom>
            <a:avLst/>
            <a:gdLst/>
            <a:ahLst/>
            <a:cxnLst/>
            <a:rect l="l" t="t" r="r" b="b"/>
            <a:pathLst>
              <a:path w="873041" h="513236" extrusionOk="0">
                <a:moveTo>
                  <a:pt x="807026" y="87874"/>
                </a:moveTo>
                <a:cubicBezTo>
                  <a:pt x="687888" y="-12496"/>
                  <a:pt x="94894" y="-27493"/>
                  <a:pt x="35062" y="46020"/>
                </a:cubicBezTo>
                <a:cubicBezTo>
                  <a:pt x="-6967" y="97718"/>
                  <a:pt x="2767" y="252111"/>
                  <a:pt x="1233" y="323344"/>
                </a:cubicBezTo>
                <a:cubicBezTo>
                  <a:pt x="-5849" y="404706"/>
                  <a:pt x="16010" y="492163"/>
                  <a:pt x="108027" y="508036"/>
                </a:cubicBezTo>
                <a:cubicBezTo>
                  <a:pt x="181211" y="520007"/>
                  <a:pt x="256478" y="507488"/>
                  <a:pt x="330298" y="508036"/>
                </a:cubicBezTo>
                <a:cubicBezTo>
                  <a:pt x="482038" y="490497"/>
                  <a:pt x="728667" y="541318"/>
                  <a:pt x="831077" y="410055"/>
                </a:cubicBezTo>
                <a:cubicBezTo>
                  <a:pt x="891479" y="316196"/>
                  <a:pt x="889396" y="168425"/>
                  <a:pt x="807026" y="8787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79518" y="494934"/>
            <a:ext cx="5158861" cy="5867065"/>
          </a:xfrm>
          <a:custGeom>
            <a:avLst/>
            <a:gdLst/>
            <a:ahLst/>
            <a:cxnLst/>
            <a:rect l="l" t="t" r="r" b="b"/>
            <a:pathLst>
              <a:path w="1717712" h="1953518" extrusionOk="0">
                <a:moveTo>
                  <a:pt x="1717677" y="1051758"/>
                </a:moveTo>
                <a:cubicBezTo>
                  <a:pt x="1717041" y="813899"/>
                  <a:pt x="1713292" y="575995"/>
                  <a:pt x="1710661" y="338136"/>
                </a:cubicBezTo>
                <a:cubicBezTo>
                  <a:pt x="1721382" y="143007"/>
                  <a:pt x="1668478" y="-11692"/>
                  <a:pt x="1396636" y="695"/>
                </a:cubicBezTo>
                <a:cubicBezTo>
                  <a:pt x="1075945" y="147"/>
                  <a:pt x="626492" y="30556"/>
                  <a:pt x="313102" y="62895"/>
                </a:cubicBezTo>
                <a:cubicBezTo>
                  <a:pt x="228254" y="71248"/>
                  <a:pt x="127029" y="84929"/>
                  <a:pt x="80877" y="166423"/>
                </a:cubicBezTo>
                <a:cubicBezTo>
                  <a:pt x="57506" y="207641"/>
                  <a:pt x="52222" y="256313"/>
                  <a:pt x="47991" y="302574"/>
                </a:cubicBezTo>
                <a:cubicBezTo>
                  <a:pt x="26527" y="536443"/>
                  <a:pt x="5742" y="770773"/>
                  <a:pt x="765" y="1005673"/>
                </a:cubicBezTo>
                <a:cubicBezTo>
                  <a:pt x="-2436" y="1229303"/>
                  <a:pt x="2826" y="1455674"/>
                  <a:pt x="47355" y="1675512"/>
                </a:cubicBezTo>
                <a:cubicBezTo>
                  <a:pt x="105433" y="1930275"/>
                  <a:pt x="294247" y="1910587"/>
                  <a:pt x="507266" y="1924377"/>
                </a:cubicBezTo>
                <a:cubicBezTo>
                  <a:pt x="802152" y="1942663"/>
                  <a:pt x="1097629" y="1958514"/>
                  <a:pt x="1393172" y="1952046"/>
                </a:cubicBezTo>
                <a:cubicBezTo>
                  <a:pt x="1441055" y="1950775"/>
                  <a:pt x="1490210" y="1947420"/>
                  <a:pt x="1535440" y="1930429"/>
                </a:cubicBezTo>
                <a:cubicBezTo>
                  <a:pt x="1677402" y="1878007"/>
                  <a:pt x="1689065" y="1706645"/>
                  <a:pt x="1699874" y="1577005"/>
                </a:cubicBezTo>
                <a:cubicBezTo>
                  <a:pt x="1715068" y="1402398"/>
                  <a:pt x="1718093" y="1226979"/>
                  <a:pt x="1717677" y="1051758"/>
                </a:cubicBezTo>
                <a:close/>
                <a:moveTo>
                  <a:pt x="1684308" y="1587616"/>
                </a:moveTo>
                <a:cubicBezTo>
                  <a:pt x="1671833" y="1818701"/>
                  <a:pt x="1618008" y="1947946"/>
                  <a:pt x="1360789" y="1937861"/>
                </a:cubicBezTo>
                <a:cubicBezTo>
                  <a:pt x="1016574" y="1942663"/>
                  <a:pt x="672358" y="1921374"/>
                  <a:pt x="329042" y="1897608"/>
                </a:cubicBezTo>
                <a:cubicBezTo>
                  <a:pt x="86951" y="1886316"/>
                  <a:pt x="53428" y="1699979"/>
                  <a:pt x="34726" y="1498208"/>
                </a:cubicBezTo>
                <a:cubicBezTo>
                  <a:pt x="-9452" y="1099970"/>
                  <a:pt x="26790" y="698817"/>
                  <a:pt x="62702" y="301390"/>
                </a:cubicBezTo>
                <a:cubicBezTo>
                  <a:pt x="68753" y="111151"/>
                  <a:pt x="183835" y="84798"/>
                  <a:pt x="348357" y="74011"/>
                </a:cubicBezTo>
                <a:cubicBezTo>
                  <a:pt x="645698" y="44939"/>
                  <a:pt x="1089889" y="7404"/>
                  <a:pt x="1389160" y="15363"/>
                </a:cubicBezTo>
                <a:cubicBezTo>
                  <a:pt x="1422529" y="16262"/>
                  <a:pt x="1545876" y="-5817"/>
                  <a:pt x="1635416" y="89906"/>
                </a:cubicBezTo>
                <a:cubicBezTo>
                  <a:pt x="1708337" y="167848"/>
                  <a:pt x="1693692" y="282645"/>
                  <a:pt x="1696388" y="380999"/>
                </a:cubicBezTo>
                <a:cubicBezTo>
                  <a:pt x="1696805" y="783117"/>
                  <a:pt x="1718115" y="1186353"/>
                  <a:pt x="1684242" y="158761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 txBox="1">
            <a:spLocks noGrp="1"/>
          </p:cNvSpPr>
          <p:nvPr>
            <p:ph type="title"/>
          </p:nvPr>
        </p:nvSpPr>
        <p:spPr>
          <a:xfrm>
            <a:off x="1177833" y="1339984"/>
            <a:ext cx="3839200" cy="126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Google Shape;73;p6"/>
          <p:cNvSpPr txBox="1">
            <a:spLocks noGrp="1"/>
          </p:cNvSpPr>
          <p:nvPr>
            <p:ph type="body" idx="1"/>
          </p:nvPr>
        </p:nvSpPr>
        <p:spPr>
          <a:xfrm>
            <a:off x="1178033" y="2771217"/>
            <a:ext cx="3839200" cy="274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✗"/>
              <a:defRPr sz="2667"/>
            </a:lvl1pPr>
            <a:lvl2pPr marL="1219170" lvl="1" indent="-474121" rtl="0">
              <a:spcBef>
                <a:spcPts val="1333"/>
              </a:spcBef>
              <a:spcAft>
                <a:spcPts val="0"/>
              </a:spcAft>
              <a:buSzPts val="2000"/>
              <a:buChar char="✗"/>
              <a:defRPr sz="2667"/>
            </a:lvl2pPr>
            <a:lvl3pPr marL="1828754" lvl="2" indent="-474121" rtl="0">
              <a:spcBef>
                <a:spcPts val="1333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1333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1333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1333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1333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1333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1333"/>
              </a:spcBef>
              <a:spcAft>
                <a:spcPts val="1333"/>
              </a:spcAft>
              <a:buSzPts val="2000"/>
              <a:buChar char="■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Google Shape;74;p6"/>
          <p:cNvSpPr txBox="1">
            <a:spLocks noGrp="1"/>
          </p:cNvSpPr>
          <p:nvPr>
            <p:ph type="sldNum" idx="12"/>
          </p:nvPr>
        </p:nvSpPr>
        <p:spPr>
          <a:xfrm>
            <a:off x="11205833" y="6257835"/>
            <a:ext cx="731600" cy="40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5" name="Google Shape;75;p6"/>
          <p:cNvSpPr/>
          <p:nvPr/>
        </p:nvSpPr>
        <p:spPr>
          <a:xfrm rot="5400000">
            <a:off x="4819390" y="3442248"/>
            <a:ext cx="1836055" cy="89211"/>
          </a:xfrm>
          <a:custGeom>
            <a:avLst/>
            <a:gdLst/>
            <a:ahLst/>
            <a:cxnLst/>
            <a:rect l="l" t="t" r="r" b="b"/>
            <a:pathLst>
              <a:path w="652626" h="31710" extrusionOk="0">
                <a:moveTo>
                  <a:pt x="645179" y="13550"/>
                </a:moveTo>
                <a:cubicBezTo>
                  <a:pt x="432971" y="20774"/>
                  <a:pt x="220527" y="16258"/>
                  <a:pt x="8819" y="23"/>
                </a:cubicBezTo>
                <a:cubicBezTo>
                  <a:pt x="-280" y="-657"/>
                  <a:pt x="-3941" y="13989"/>
                  <a:pt x="5662" y="14712"/>
                </a:cubicBezTo>
                <a:cubicBezTo>
                  <a:pt x="218646" y="31045"/>
                  <a:pt x="432371" y="35612"/>
                  <a:pt x="645859" y="28393"/>
                </a:cubicBezTo>
                <a:cubicBezTo>
                  <a:pt x="655067" y="28043"/>
                  <a:pt x="654914" y="13178"/>
                  <a:pt x="645179" y="1355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 rot="5400000">
            <a:off x="5540742" y="4697172"/>
            <a:ext cx="351945" cy="41635"/>
          </a:xfrm>
          <a:custGeom>
            <a:avLst/>
            <a:gdLst/>
            <a:ahLst/>
            <a:cxnLst/>
            <a:rect l="l" t="t" r="r" b="b"/>
            <a:pathLst>
              <a:path w="125099" h="14799" extrusionOk="0">
                <a:moveTo>
                  <a:pt x="117661" y="0"/>
                </a:moveTo>
                <a:lnTo>
                  <a:pt x="6833" y="0"/>
                </a:lnTo>
                <a:cubicBezTo>
                  <a:pt x="-2463" y="0"/>
                  <a:pt x="-2288" y="14799"/>
                  <a:pt x="7446" y="14799"/>
                </a:cubicBezTo>
                <a:lnTo>
                  <a:pt x="118275" y="14799"/>
                </a:lnTo>
                <a:cubicBezTo>
                  <a:pt x="127571" y="14887"/>
                  <a:pt x="127374" y="0"/>
                  <a:pt x="11766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 rot="10800000">
            <a:off x="723383" y="5986900"/>
            <a:ext cx="387165" cy="308299"/>
          </a:xfrm>
          <a:custGeom>
            <a:avLst/>
            <a:gdLst/>
            <a:ahLst/>
            <a:cxnLst/>
            <a:rect l="l" t="t" r="r" b="b"/>
            <a:pathLst>
              <a:path w="137618" h="109585" extrusionOk="0">
                <a:moveTo>
                  <a:pt x="136999" y="99882"/>
                </a:moveTo>
                <a:cubicBezTo>
                  <a:pt x="113869" y="47085"/>
                  <a:pt x="65635" y="9548"/>
                  <a:pt x="8785" y="104"/>
                </a:cubicBezTo>
                <a:cubicBezTo>
                  <a:pt x="-292" y="-1365"/>
                  <a:pt x="-3910" y="13258"/>
                  <a:pt x="5627" y="14771"/>
                </a:cubicBezTo>
                <a:cubicBezTo>
                  <a:pt x="57435" y="23274"/>
                  <a:pt x="101482" y="57237"/>
                  <a:pt x="122902" y="105166"/>
                </a:cubicBezTo>
                <a:cubicBezTo>
                  <a:pt x="126738" y="113936"/>
                  <a:pt x="140705" y="108323"/>
                  <a:pt x="136999" y="9988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 rot="5130764">
            <a:off x="330190" y="549114"/>
            <a:ext cx="994517" cy="1033772"/>
          </a:xfrm>
          <a:custGeom>
            <a:avLst/>
            <a:gdLst/>
            <a:ahLst/>
            <a:cxnLst/>
            <a:rect l="l" t="t" r="r" b="b"/>
            <a:pathLst>
              <a:path w="353675" h="367635" extrusionOk="0">
                <a:moveTo>
                  <a:pt x="349850" y="316408"/>
                </a:moveTo>
                <a:cubicBezTo>
                  <a:pt x="344216" y="307967"/>
                  <a:pt x="337265" y="300140"/>
                  <a:pt x="331061" y="292094"/>
                </a:cubicBezTo>
                <a:cubicBezTo>
                  <a:pt x="325295" y="284639"/>
                  <a:pt x="312907" y="293387"/>
                  <a:pt x="318542" y="300688"/>
                </a:cubicBezTo>
                <a:cubicBezTo>
                  <a:pt x="320142" y="302661"/>
                  <a:pt x="330951" y="317022"/>
                  <a:pt x="332574" y="318447"/>
                </a:cubicBezTo>
                <a:cubicBezTo>
                  <a:pt x="270198" y="313689"/>
                  <a:pt x="197781" y="305292"/>
                  <a:pt x="142554" y="274598"/>
                </a:cubicBezTo>
                <a:cubicBezTo>
                  <a:pt x="87348" y="239760"/>
                  <a:pt x="52202" y="175937"/>
                  <a:pt x="31747" y="115404"/>
                </a:cubicBezTo>
                <a:cubicBezTo>
                  <a:pt x="20542" y="80171"/>
                  <a:pt x="14804" y="43432"/>
                  <a:pt x="14733" y="6461"/>
                </a:cubicBezTo>
                <a:cubicBezTo>
                  <a:pt x="14733" y="-3318"/>
                  <a:pt x="-44" y="-1323"/>
                  <a:pt x="0" y="7930"/>
                </a:cubicBezTo>
                <a:cubicBezTo>
                  <a:pt x="1184" y="107971"/>
                  <a:pt x="41065" y="213209"/>
                  <a:pt x="119862" y="277470"/>
                </a:cubicBezTo>
                <a:cubicBezTo>
                  <a:pt x="177501" y="318403"/>
                  <a:pt x="263467" y="328116"/>
                  <a:pt x="332705" y="333158"/>
                </a:cubicBezTo>
                <a:cubicBezTo>
                  <a:pt x="322510" y="340196"/>
                  <a:pt x="316437" y="346182"/>
                  <a:pt x="307470" y="353702"/>
                </a:cubicBezTo>
                <a:cubicBezTo>
                  <a:pt x="300301" y="359863"/>
                  <a:pt x="307821" y="372250"/>
                  <a:pt x="315275" y="365848"/>
                </a:cubicBezTo>
                <a:lnTo>
                  <a:pt x="340028" y="344647"/>
                </a:lnTo>
                <a:cubicBezTo>
                  <a:pt x="350048" y="337171"/>
                  <a:pt x="359037" y="328927"/>
                  <a:pt x="349850" y="31640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3993032" y="400739"/>
            <a:ext cx="267869" cy="230389"/>
          </a:xfrm>
          <a:custGeom>
            <a:avLst/>
            <a:gdLst/>
            <a:ahLst/>
            <a:cxnLst/>
            <a:rect l="l" t="t" r="r" b="b"/>
            <a:pathLst>
              <a:path w="95214" h="81892" extrusionOk="0">
                <a:moveTo>
                  <a:pt x="92489" y="65480"/>
                </a:moveTo>
                <a:lnTo>
                  <a:pt x="61028" y="43753"/>
                </a:lnTo>
                <a:cubicBezTo>
                  <a:pt x="70521" y="33157"/>
                  <a:pt x="80036" y="22580"/>
                  <a:pt x="89530" y="12028"/>
                </a:cubicBezTo>
                <a:cubicBezTo>
                  <a:pt x="96107" y="4771"/>
                  <a:pt x="85145" y="-4635"/>
                  <a:pt x="78567" y="2600"/>
                </a:cubicBezTo>
                <a:lnTo>
                  <a:pt x="48991" y="35487"/>
                </a:lnTo>
                <a:lnTo>
                  <a:pt x="12684" y="10383"/>
                </a:lnTo>
                <a:cubicBezTo>
                  <a:pt x="5098" y="5144"/>
                  <a:pt x="-4856" y="16610"/>
                  <a:pt x="2687" y="21872"/>
                </a:cubicBezTo>
                <a:lnTo>
                  <a:pt x="38796" y="46844"/>
                </a:lnTo>
                <a:lnTo>
                  <a:pt x="18275" y="69865"/>
                </a:lnTo>
                <a:cubicBezTo>
                  <a:pt x="11697" y="77122"/>
                  <a:pt x="22660" y="86527"/>
                  <a:pt x="29237" y="79292"/>
                </a:cubicBezTo>
                <a:lnTo>
                  <a:pt x="50942" y="55175"/>
                </a:lnTo>
                <a:lnTo>
                  <a:pt x="82601" y="77100"/>
                </a:lnTo>
                <a:cubicBezTo>
                  <a:pt x="90078" y="82296"/>
                  <a:pt x="100119" y="70829"/>
                  <a:pt x="92489" y="6548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1994262" y="6170762"/>
            <a:ext cx="1135532" cy="206881"/>
          </a:xfrm>
          <a:custGeom>
            <a:avLst/>
            <a:gdLst/>
            <a:ahLst/>
            <a:cxnLst/>
            <a:rect l="l" t="t" r="r" b="b"/>
            <a:pathLst>
              <a:path w="403625" h="73536" extrusionOk="0">
                <a:moveTo>
                  <a:pt x="402034" y="57995"/>
                </a:moveTo>
                <a:cubicBezTo>
                  <a:pt x="349920" y="-4643"/>
                  <a:pt x="347223" y="-12273"/>
                  <a:pt x="293815" y="54948"/>
                </a:cubicBezTo>
                <a:cubicBezTo>
                  <a:pt x="244682" y="-17404"/>
                  <a:pt x="251829" y="2986"/>
                  <a:pt x="191361" y="49225"/>
                </a:cubicBezTo>
                <a:cubicBezTo>
                  <a:pt x="145320" y="-15189"/>
                  <a:pt x="150911" y="-15343"/>
                  <a:pt x="96669" y="42648"/>
                </a:cubicBezTo>
                <a:cubicBezTo>
                  <a:pt x="86321" y="25893"/>
                  <a:pt x="71785" y="12113"/>
                  <a:pt x="54508" y="2657"/>
                </a:cubicBezTo>
                <a:cubicBezTo>
                  <a:pt x="43897" y="-1442"/>
                  <a:pt x="13290" y="41442"/>
                  <a:pt x="2152" y="49554"/>
                </a:cubicBezTo>
                <a:cubicBezTo>
                  <a:pt x="-4644" y="56548"/>
                  <a:pt x="6230" y="65932"/>
                  <a:pt x="12983" y="58982"/>
                </a:cubicBezTo>
                <a:lnTo>
                  <a:pt x="52009" y="18838"/>
                </a:lnTo>
                <a:cubicBezTo>
                  <a:pt x="82462" y="34426"/>
                  <a:pt x="86825" y="72531"/>
                  <a:pt x="100243" y="59552"/>
                </a:cubicBezTo>
                <a:lnTo>
                  <a:pt x="120852" y="38307"/>
                </a:lnTo>
                <a:cubicBezTo>
                  <a:pt x="130455" y="27871"/>
                  <a:pt x="145298" y="3447"/>
                  <a:pt x="155800" y="26621"/>
                </a:cubicBezTo>
                <a:cubicBezTo>
                  <a:pt x="197105" y="84085"/>
                  <a:pt x="181473" y="72663"/>
                  <a:pt x="233785" y="33330"/>
                </a:cubicBezTo>
                <a:cubicBezTo>
                  <a:pt x="249659" y="14036"/>
                  <a:pt x="257223" y="29405"/>
                  <a:pt x="267264" y="44731"/>
                </a:cubicBezTo>
                <a:lnTo>
                  <a:pt x="286843" y="71040"/>
                </a:lnTo>
                <a:cubicBezTo>
                  <a:pt x="300195" y="86058"/>
                  <a:pt x="326855" y="28594"/>
                  <a:pt x="341106" y="23990"/>
                </a:cubicBezTo>
                <a:cubicBezTo>
                  <a:pt x="357462" y="17522"/>
                  <a:pt x="377238" y="56614"/>
                  <a:pt x="389493" y="66611"/>
                </a:cubicBezTo>
                <a:cubicBezTo>
                  <a:pt x="395632" y="73671"/>
                  <a:pt x="408020" y="64945"/>
                  <a:pt x="402034" y="5799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 rot="10800000">
            <a:off x="727688" y="6240338"/>
            <a:ext cx="176571" cy="121657"/>
          </a:xfrm>
          <a:custGeom>
            <a:avLst/>
            <a:gdLst/>
            <a:ahLst/>
            <a:cxnLst/>
            <a:rect l="l" t="t" r="r" b="b"/>
            <a:pathLst>
              <a:path w="62762" h="43243" extrusionOk="0">
                <a:moveTo>
                  <a:pt x="60351" y="30032"/>
                </a:moveTo>
                <a:cubicBezTo>
                  <a:pt x="45705" y="17367"/>
                  <a:pt x="28955" y="7372"/>
                  <a:pt x="10845" y="500"/>
                </a:cubicBezTo>
                <a:cubicBezTo>
                  <a:pt x="2273" y="-2745"/>
                  <a:pt x="-4765" y="10739"/>
                  <a:pt x="4092" y="14093"/>
                </a:cubicBezTo>
                <a:cubicBezTo>
                  <a:pt x="20996" y="20446"/>
                  <a:pt x="36672" y="29731"/>
                  <a:pt x="50353" y="41521"/>
                </a:cubicBezTo>
                <a:cubicBezTo>
                  <a:pt x="57413" y="47594"/>
                  <a:pt x="67410" y="36127"/>
                  <a:pt x="60351" y="3003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4162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Light" type="blank">
  <p:cSld name="Blank - Ligh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>
            <a:spLocks noGrp="1"/>
          </p:cNvSpPr>
          <p:nvPr>
            <p:ph type="sldNum" idx="12"/>
          </p:nvPr>
        </p:nvSpPr>
        <p:spPr>
          <a:xfrm>
            <a:off x="11205833" y="6257835"/>
            <a:ext cx="731600" cy="40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931772E1-48C8-4D56-80D1-91D18315D681}" type="slidenum">
              <a:rPr lang="en-IN" smtClean="0"/>
              <a:t>‹#›</a:t>
            </a:fld>
            <a:endParaRPr lang="en-IN"/>
          </a:p>
        </p:txBody>
      </p:sp>
      <p:sp>
        <p:nvSpPr>
          <p:cNvPr id="144" name="Google Shape;144;p11"/>
          <p:cNvSpPr/>
          <p:nvPr/>
        </p:nvSpPr>
        <p:spPr>
          <a:xfrm>
            <a:off x="490926" y="562837"/>
            <a:ext cx="11173145" cy="5736772"/>
          </a:xfrm>
          <a:custGeom>
            <a:avLst/>
            <a:gdLst/>
            <a:ahLst/>
            <a:cxnLst/>
            <a:rect l="l" t="t" r="r" b="b"/>
            <a:pathLst>
              <a:path w="3971497" h="2039137" extrusionOk="0">
                <a:moveTo>
                  <a:pt x="3947725" y="299512"/>
                </a:moveTo>
                <a:cubicBezTo>
                  <a:pt x="3924134" y="113307"/>
                  <a:pt x="3885284" y="33501"/>
                  <a:pt x="3686450" y="8902"/>
                </a:cubicBezTo>
                <a:cubicBezTo>
                  <a:pt x="3601997" y="-3398"/>
                  <a:pt x="3538196" y="330"/>
                  <a:pt x="3453085" y="1250"/>
                </a:cubicBezTo>
                <a:cubicBezTo>
                  <a:pt x="2545650" y="21443"/>
                  <a:pt x="1638390" y="51765"/>
                  <a:pt x="731371" y="878"/>
                </a:cubicBezTo>
                <a:cubicBezTo>
                  <a:pt x="642467" y="-87"/>
                  <a:pt x="553519" y="1250"/>
                  <a:pt x="464769" y="6534"/>
                </a:cubicBezTo>
                <a:cubicBezTo>
                  <a:pt x="385183" y="11292"/>
                  <a:pt x="302374" y="15304"/>
                  <a:pt x="224563" y="33743"/>
                </a:cubicBezTo>
                <a:cubicBezTo>
                  <a:pt x="159908" y="49090"/>
                  <a:pt x="106653" y="83204"/>
                  <a:pt x="86570" y="149329"/>
                </a:cubicBezTo>
                <a:cubicBezTo>
                  <a:pt x="9067" y="671747"/>
                  <a:pt x="-7925" y="1209227"/>
                  <a:pt x="2994" y="1737127"/>
                </a:cubicBezTo>
                <a:cubicBezTo>
                  <a:pt x="7729" y="2035301"/>
                  <a:pt x="225024" y="2012784"/>
                  <a:pt x="454881" y="2012828"/>
                </a:cubicBezTo>
                <a:cubicBezTo>
                  <a:pt x="1452075" y="2021379"/>
                  <a:pt x="2463170" y="2030543"/>
                  <a:pt x="3459136" y="2039138"/>
                </a:cubicBezTo>
                <a:cubicBezTo>
                  <a:pt x="3468432" y="2039138"/>
                  <a:pt x="3468235" y="2024426"/>
                  <a:pt x="3458544" y="2024339"/>
                </a:cubicBezTo>
                <a:cubicBezTo>
                  <a:pt x="2395752" y="2013552"/>
                  <a:pt x="1331030" y="2008487"/>
                  <a:pt x="268237" y="1995157"/>
                </a:cubicBezTo>
                <a:cubicBezTo>
                  <a:pt x="201871" y="1991167"/>
                  <a:pt x="129981" y="1978933"/>
                  <a:pt x="80870" y="1929997"/>
                </a:cubicBezTo>
                <a:cubicBezTo>
                  <a:pt x="27856" y="1877181"/>
                  <a:pt x="19898" y="1797332"/>
                  <a:pt x="17289" y="1726406"/>
                </a:cubicBezTo>
                <a:cubicBezTo>
                  <a:pt x="11150" y="1553355"/>
                  <a:pt x="12904" y="1379647"/>
                  <a:pt x="17289" y="1206596"/>
                </a:cubicBezTo>
                <a:cubicBezTo>
                  <a:pt x="24962" y="897125"/>
                  <a:pt x="46317" y="588368"/>
                  <a:pt x="81352" y="280328"/>
                </a:cubicBezTo>
                <a:cubicBezTo>
                  <a:pt x="89990" y="206026"/>
                  <a:pt x="89333" y="112868"/>
                  <a:pt x="163591" y="71825"/>
                </a:cubicBezTo>
                <a:cubicBezTo>
                  <a:pt x="194285" y="54286"/>
                  <a:pt x="229825" y="46349"/>
                  <a:pt x="264444" y="40978"/>
                </a:cubicBezTo>
                <a:cubicBezTo>
                  <a:pt x="347341" y="28174"/>
                  <a:pt x="431728" y="22408"/>
                  <a:pt x="515502" y="18746"/>
                </a:cubicBezTo>
                <a:cubicBezTo>
                  <a:pt x="692894" y="11029"/>
                  <a:pt x="870483" y="17869"/>
                  <a:pt x="1047743" y="26113"/>
                </a:cubicBezTo>
                <a:cubicBezTo>
                  <a:pt x="1755029" y="63845"/>
                  <a:pt x="2462863" y="37711"/>
                  <a:pt x="3170346" y="20654"/>
                </a:cubicBezTo>
                <a:cubicBezTo>
                  <a:pt x="3346028" y="20478"/>
                  <a:pt x="3500947" y="3289"/>
                  <a:pt x="3675948" y="22605"/>
                </a:cubicBezTo>
                <a:cubicBezTo>
                  <a:pt x="3819576" y="42556"/>
                  <a:pt x="3893001" y="73821"/>
                  <a:pt x="3920034" y="229880"/>
                </a:cubicBezTo>
                <a:cubicBezTo>
                  <a:pt x="4003348" y="663591"/>
                  <a:pt x="3918609" y="1093707"/>
                  <a:pt x="3926392" y="1543489"/>
                </a:cubicBezTo>
                <a:cubicBezTo>
                  <a:pt x="3926568" y="1553092"/>
                  <a:pt x="3940665" y="1547436"/>
                  <a:pt x="3940490" y="1538337"/>
                </a:cubicBezTo>
                <a:cubicBezTo>
                  <a:pt x="3933321" y="1127383"/>
                  <a:pt x="4008215" y="711694"/>
                  <a:pt x="3947725" y="29951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 rot="-5673298">
            <a:off x="3165457" y="5744019"/>
            <a:ext cx="151047" cy="1271560"/>
          </a:xfrm>
          <a:custGeom>
            <a:avLst/>
            <a:gdLst/>
            <a:ahLst/>
            <a:cxnLst/>
            <a:rect l="l" t="t" r="r" b="b"/>
            <a:pathLst>
              <a:path w="53711" h="452156" extrusionOk="0">
                <a:moveTo>
                  <a:pt x="39194" y="6047"/>
                </a:moveTo>
                <a:cubicBezTo>
                  <a:pt x="16217" y="151582"/>
                  <a:pt x="8039" y="298805"/>
                  <a:pt x="15" y="445744"/>
                </a:cubicBezTo>
                <a:cubicBezTo>
                  <a:pt x="-533" y="455478"/>
                  <a:pt x="14244" y="453439"/>
                  <a:pt x="14748" y="444275"/>
                </a:cubicBezTo>
                <a:cubicBezTo>
                  <a:pt x="22707" y="298586"/>
                  <a:pt x="30819" y="152678"/>
                  <a:pt x="53598" y="8393"/>
                </a:cubicBezTo>
                <a:cubicBezTo>
                  <a:pt x="55133" y="-1298"/>
                  <a:pt x="40597" y="-3271"/>
                  <a:pt x="39194" y="60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 rot="-5673298">
            <a:off x="2951902" y="6246239"/>
            <a:ext cx="107207" cy="531840"/>
          </a:xfrm>
          <a:custGeom>
            <a:avLst/>
            <a:gdLst/>
            <a:ahLst/>
            <a:cxnLst/>
            <a:rect l="l" t="t" r="r" b="b"/>
            <a:pathLst>
              <a:path w="38122" h="189118" extrusionOk="0">
                <a:moveTo>
                  <a:pt x="23673" y="6072"/>
                </a:moveTo>
                <a:cubicBezTo>
                  <a:pt x="15809" y="64288"/>
                  <a:pt x="7945" y="122498"/>
                  <a:pt x="82" y="180701"/>
                </a:cubicBezTo>
                <a:cubicBezTo>
                  <a:pt x="-1212" y="190414"/>
                  <a:pt x="13237" y="192409"/>
                  <a:pt x="14486" y="183047"/>
                </a:cubicBezTo>
                <a:cubicBezTo>
                  <a:pt x="22364" y="124844"/>
                  <a:pt x="30213" y="66634"/>
                  <a:pt x="38033" y="8418"/>
                </a:cubicBezTo>
                <a:cubicBezTo>
                  <a:pt x="39393" y="-1295"/>
                  <a:pt x="24879" y="-3290"/>
                  <a:pt x="23673" y="60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7453534" y="398834"/>
            <a:ext cx="720335" cy="352399"/>
          </a:xfrm>
          <a:custGeom>
            <a:avLst/>
            <a:gdLst/>
            <a:ahLst/>
            <a:cxnLst/>
            <a:rect l="l" t="t" r="r" b="b"/>
            <a:pathLst>
              <a:path w="256043" h="125260" extrusionOk="0">
                <a:moveTo>
                  <a:pt x="122835" y="3891"/>
                </a:moveTo>
                <a:cubicBezTo>
                  <a:pt x="106677" y="35258"/>
                  <a:pt x="90541" y="66632"/>
                  <a:pt x="74404" y="98013"/>
                </a:cubicBezTo>
                <a:cubicBezTo>
                  <a:pt x="67103" y="82972"/>
                  <a:pt x="59737" y="67939"/>
                  <a:pt x="52348" y="52914"/>
                </a:cubicBezTo>
                <a:cubicBezTo>
                  <a:pt x="49783" y="47630"/>
                  <a:pt x="41583" y="45218"/>
                  <a:pt x="38602" y="51708"/>
                </a:cubicBezTo>
                <a:cubicBezTo>
                  <a:pt x="30007" y="70416"/>
                  <a:pt x="17598" y="87110"/>
                  <a:pt x="2141" y="100709"/>
                </a:cubicBezTo>
                <a:cubicBezTo>
                  <a:pt x="-4787" y="106848"/>
                  <a:pt x="6723" y="116802"/>
                  <a:pt x="13629" y="110685"/>
                </a:cubicBezTo>
                <a:cubicBezTo>
                  <a:pt x="26258" y="99453"/>
                  <a:pt x="36979" y="86235"/>
                  <a:pt x="45354" y="71550"/>
                </a:cubicBezTo>
                <a:lnTo>
                  <a:pt x="67432" y="116670"/>
                </a:lnTo>
                <a:cubicBezTo>
                  <a:pt x="70107" y="122174"/>
                  <a:pt x="77978" y="124147"/>
                  <a:pt x="81179" y="117876"/>
                </a:cubicBezTo>
                <a:lnTo>
                  <a:pt x="128580" y="25793"/>
                </a:lnTo>
                <a:cubicBezTo>
                  <a:pt x="139147" y="55900"/>
                  <a:pt x="147259" y="86822"/>
                  <a:pt x="152784" y="118249"/>
                </a:cubicBezTo>
                <a:cubicBezTo>
                  <a:pt x="153969" y="125024"/>
                  <a:pt x="163462" y="128422"/>
                  <a:pt x="166970" y="121318"/>
                </a:cubicBezTo>
                <a:cubicBezTo>
                  <a:pt x="177515" y="99979"/>
                  <a:pt x="188039" y="78638"/>
                  <a:pt x="198585" y="57299"/>
                </a:cubicBezTo>
                <a:cubicBezTo>
                  <a:pt x="214107" y="75321"/>
                  <a:pt x="228819" y="94022"/>
                  <a:pt x="242434" y="113469"/>
                </a:cubicBezTo>
                <a:cubicBezTo>
                  <a:pt x="247959" y="121297"/>
                  <a:pt x="260259" y="113711"/>
                  <a:pt x="254580" y="105686"/>
                </a:cubicBezTo>
                <a:cubicBezTo>
                  <a:pt x="238509" y="82896"/>
                  <a:pt x="221145" y="61039"/>
                  <a:pt x="202575" y="40220"/>
                </a:cubicBezTo>
                <a:cubicBezTo>
                  <a:pt x="199023" y="36229"/>
                  <a:pt x="192512" y="35089"/>
                  <a:pt x="189705" y="40746"/>
                </a:cubicBezTo>
                <a:lnTo>
                  <a:pt x="163001" y="94899"/>
                </a:lnTo>
                <a:cubicBezTo>
                  <a:pt x="156468" y="64295"/>
                  <a:pt x="147566" y="34241"/>
                  <a:pt x="136407" y="5009"/>
                </a:cubicBezTo>
                <a:cubicBezTo>
                  <a:pt x="134324" y="-823"/>
                  <a:pt x="125861" y="-2029"/>
                  <a:pt x="122835" y="38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11162116" y="529829"/>
            <a:ext cx="387165" cy="308299"/>
          </a:xfrm>
          <a:custGeom>
            <a:avLst/>
            <a:gdLst/>
            <a:ahLst/>
            <a:cxnLst/>
            <a:rect l="l" t="t" r="r" b="b"/>
            <a:pathLst>
              <a:path w="137618" h="109585" extrusionOk="0">
                <a:moveTo>
                  <a:pt x="136999" y="99882"/>
                </a:moveTo>
                <a:cubicBezTo>
                  <a:pt x="113869" y="47085"/>
                  <a:pt x="65635" y="9548"/>
                  <a:pt x="8785" y="104"/>
                </a:cubicBezTo>
                <a:cubicBezTo>
                  <a:pt x="-292" y="-1365"/>
                  <a:pt x="-3910" y="13258"/>
                  <a:pt x="5627" y="14771"/>
                </a:cubicBezTo>
                <a:cubicBezTo>
                  <a:pt x="57435" y="23274"/>
                  <a:pt x="101482" y="57237"/>
                  <a:pt x="122902" y="105166"/>
                </a:cubicBezTo>
                <a:cubicBezTo>
                  <a:pt x="126738" y="113936"/>
                  <a:pt x="140705" y="108323"/>
                  <a:pt x="136999" y="9988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11368405" y="463034"/>
            <a:ext cx="176571" cy="121657"/>
          </a:xfrm>
          <a:custGeom>
            <a:avLst/>
            <a:gdLst/>
            <a:ahLst/>
            <a:cxnLst/>
            <a:rect l="l" t="t" r="r" b="b"/>
            <a:pathLst>
              <a:path w="62762" h="43243" extrusionOk="0">
                <a:moveTo>
                  <a:pt x="60351" y="30032"/>
                </a:moveTo>
                <a:cubicBezTo>
                  <a:pt x="45705" y="17367"/>
                  <a:pt x="28955" y="7372"/>
                  <a:pt x="10845" y="500"/>
                </a:cubicBezTo>
                <a:cubicBezTo>
                  <a:pt x="2273" y="-2745"/>
                  <a:pt x="-4765" y="10739"/>
                  <a:pt x="4092" y="14093"/>
                </a:cubicBezTo>
                <a:cubicBezTo>
                  <a:pt x="20996" y="20446"/>
                  <a:pt x="36672" y="29731"/>
                  <a:pt x="50353" y="41521"/>
                </a:cubicBezTo>
                <a:cubicBezTo>
                  <a:pt x="57413" y="47594"/>
                  <a:pt x="67410" y="36127"/>
                  <a:pt x="60351" y="3003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441550" y="2665959"/>
            <a:ext cx="282121" cy="357283"/>
          </a:xfrm>
          <a:custGeom>
            <a:avLst/>
            <a:gdLst/>
            <a:ahLst/>
            <a:cxnLst/>
            <a:rect l="l" t="t" r="r" b="b"/>
            <a:pathLst>
              <a:path w="100280" h="126996" extrusionOk="0">
                <a:moveTo>
                  <a:pt x="96357" y="74864"/>
                </a:moveTo>
                <a:cubicBezTo>
                  <a:pt x="82786" y="68484"/>
                  <a:pt x="69679" y="61157"/>
                  <a:pt x="57134" y="52940"/>
                </a:cubicBezTo>
                <a:cubicBezTo>
                  <a:pt x="68090" y="38401"/>
                  <a:pt x="80061" y="24657"/>
                  <a:pt x="92959" y="11809"/>
                </a:cubicBezTo>
                <a:cubicBezTo>
                  <a:pt x="99865" y="4925"/>
                  <a:pt x="88969" y="-4459"/>
                  <a:pt x="81997" y="2382"/>
                </a:cubicBezTo>
                <a:cubicBezTo>
                  <a:pt x="68721" y="15624"/>
                  <a:pt x="56406" y="29794"/>
                  <a:pt x="45141" y="44784"/>
                </a:cubicBezTo>
                <a:cubicBezTo>
                  <a:pt x="33594" y="36487"/>
                  <a:pt x="22607" y="27435"/>
                  <a:pt x="12255" y="17685"/>
                </a:cubicBezTo>
                <a:cubicBezTo>
                  <a:pt x="5480" y="11305"/>
                  <a:pt x="-4518" y="22793"/>
                  <a:pt x="2257" y="29173"/>
                </a:cubicBezTo>
                <a:cubicBezTo>
                  <a:pt x="12947" y="39230"/>
                  <a:pt x="24293" y="48568"/>
                  <a:pt x="36218" y="57127"/>
                </a:cubicBezTo>
                <a:cubicBezTo>
                  <a:pt x="23171" y="75947"/>
                  <a:pt x="11779" y="95863"/>
                  <a:pt x="2169" y="116652"/>
                </a:cubicBezTo>
                <a:cubicBezTo>
                  <a:pt x="-1953" y="125554"/>
                  <a:pt x="11246" y="131429"/>
                  <a:pt x="15324" y="122703"/>
                </a:cubicBezTo>
                <a:cubicBezTo>
                  <a:pt x="24609" y="102651"/>
                  <a:pt x="35613" y="83439"/>
                  <a:pt x="48211" y="65283"/>
                </a:cubicBezTo>
                <a:cubicBezTo>
                  <a:pt x="61447" y="73978"/>
                  <a:pt x="75279" y="81731"/>
                  <a:pt x="89604" y="88479"/>
                </a:cubicBezTo>
                <a:cubicBezTo>
                  <a:pt x="97936" y="92360"/>
                  <a:pt x="104951" y="78898"/>
                  <a:pt x="96357" y="7486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11419718" y="4779372"/>
            <a:ext cx="267869" cy="230389"/>
          </a:xfrm>
          <a:custGeom>
            <a:avLst/>
            <a:gdLst/>
            <a:ahLst/>
            <a:cxnLst/>
            <a:rect l="l" t="t" r="r" b="b"/>
            <a:pathLst>
              <a:path w="95214" h="81892" extrusionOk="0">
                <a:moveTo>
                  <a:pt x="92489" y="65480"/>
                </a:moveTo>
                <a:lnTo>
                  <a:pt x="61028" y="43753"/>
                </a:lnTo>
                <a:cubicBezTo>
                  <a:pt x="70521" y="33157"/>
                  <a:pt x="80036" y="22580"/>
                  <a:pt x="89530" y="12028"/>
                </a:cubicBezTo>
                <a:cubicBezTo>
                  <a:pt x="96107" y="4771"/>
                  <a:pt x="85145" y="-4635"/>
                  <a:pt x="78567" y="2600"/>
                </a:cubicBezTo>
                <a:lnTo>
                  <a:pt x="48991" y="35487"/>
                </a:lnTo>
                <a:lnTo>
                  <a:pt x="12684" y="10383"/>
                </a:lnTo>
                <a:cubicBezTo>
                  <a:pt x="5098" y="5144"/>
                  <a:pt x="-4856" y="16610"/>
                  <a:pt x="2687" y="21872"/>
                </a:cubicBezTo>
                <a:lnTo>
                  <a:pt x="38796" y="46844"/>
                </a:lnTo>
                <a:lnTo>
                  <a:pt x="18275" y="69865"/>
                </a:lnTo>
                <a:cubicBezTo>
                  <a:pt x="11697" y="77122"/>
                  <a:pt x="22660" y="86527"/>
                  <a:pt x="29237" y="79292"/>
                </a:cubicBezTo>
                <a:lnTo>
                  <a:pt x="50942" y="55175"/>
                </a:lnTo>
                <a:lnTo>
                  <a:pt x="82601" y="77100"/>
                </a:lnTo>
                <a:cubicBezTo>
                  <a:pt x="90078" y="82296"/>
                  <a:pt x="100119" y="70829"/>
                  <a:pt x="92489" y="6548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 rot="5069525">
            <a:off x="10470846" y="4989089"/>
            <a:ext cx="1085543" cy="1363137"/>
          </a:xfrm>
          <a:custGeom>
            <a:avLst/>
            <a:gdLst/>
            <a:ahLst/>
            <a:cxnLst/>
            <a:rect l="l" t="t" r="r" b="b"/>
            <a:pathLst>
              <a:path w="385904" h="484587" extrusionOk="0">
                <a:moveTo>
                  <a:pt x="316148" y="219239"/>
                </a:moveTo>
                <a:cubicBezTo>
                  <a:pt x="261491" y="116194"/>
                  <a:pt x="157744" y="32311"/>
                  <a:pt x="38101" y="26786"/>
                </a:cubicBezTo>
                <a:cubicBezTo>
                  <a:pt x="47463" y="22510"/>
                  <a:pt x="56935" y="18432"/>
                  <a:pt x="66471" y="14530"/>
                </a:cubicBezTo>
                <a:cubicBezTo>
                  <a:pt x="75241" y="10978"/>
                  <a:pt x="71273" y="-3010"/>
                  <a:pt x="62086" y="586"/>
                </a:cubicBezTo>
                <a:cubicBezTo>
                  <a:pt x="42552" y="8566"/>
                  <a:pt x="23390" y="17336"/>
                  <a:pt x="4578" y="26895"/>
                </a:cubicBezTo>
                <a:cubicBezTo>
                  <a:pt x="-2854" y="30645"/>
                  <a:pt x="-508" y="42440"/>
                  <a:pt x="6398" y="41585"/>
                </a:cubicBezTo>
                <a:cubicBezTo>
                  <a:pt x="7473" y="41870"/>
                  <a:pt x="8591" y="41957"/>
                  <a:pt x="9709" y="41826"/>
                </a:cubicBezTo>
                <a:cubicBezTo>
                  <a:pt x="22162" y="48710"/>
                  <a:pt x="33190" y="57875"/>
                  <a:pt x="42267" y="68837"/>
                </a:cubicBezTo>
                <a:cubicBezTo>
                  <a:pt x="48231" y="76094"/>
                  <a:pt x="60618" y="67368"/>
                  <a:pt x="54786" y="60265"/>
                </a:cubicBezTo>
                <a:cubicBezTo>
                  <a:pt x="49217" y="53468"/>
                  <a:pt x="42990" y="47241"/>
                  <a:pt x="36216" y="41650"/>
                </a:cubicBezTo>
                <a:cubicBezTo>
                  <a:pt x="257544" y="58730"/>
                  <a:pt x="357411" y="281133"/>
                  <a:pt x="371135" y="478147"/>
                </a:cubicBezTo>
                <a:cubicBezTo>
                  <a:pt x="372034" y="487859"/>
                  <a:pt x="386723" y="485952"/>
                  <a:pt x="385869" y="476678"/>
                </a:cubicBezTo>
                <a:cubicBezTo>
                  <a:pt x="377756" y="387730"/>
                  <a:pt x="358704" y="298409"/>
                  <a:pt x="316148" y="21923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 rot="5400000">
            <a:off x="407224" y="406148"/>
            <a:ext cx="995005" cy="1034280"/>
          </a:xfrm>
          <a:custGeom>
            <a:avLst/>
            <a:gdLst/>
            <a:ahLst/>
            <a:cxnLst/>
            <a:rect l="l" t="t" r="r" b="b"/>
            <a:pathLst>
              <a:path w="353675" h="367635" extrusionOk="0">
                <a:moveTo>
                  <a:pt x="349850" y="316408"/>
                </a:moveTo>
                <a:cubicBezTo>
                  <a:pt x="344216" y="307967"/>
                  <a:pt x="337265" y="300140"/>
                  <a:pt x="331061" y="292094"/>
                </a:cubicBezTo>
                <a:cubicBezTo>
                  <a:pt x="325295" y="284639"/>
                  <a:pt x="312907" y="293387"/>
                  <a:pt x="318542" y="300688"/>
                </a:cubicBezTo>
                <a:cubicBezTo>
                  <a:pt x="320142" y="302661"/>
                  <a:pt x="330951" y="317022"/>
                  <a:pt x="332574" y="318447"/>
                </a:cubicBezTo>
                <a:cubicBezTo>
                  <a:pt x="270198" y="313689"/>
                  <a:pt x="197781" y="305292"/>
                  <a:pt x="142554" y="274598"/>
                </a:cubicBezTo>
                <a:cubicBezTo>
                  <a:pt x="87348" y="239760"/>
                  <a:pt x="52202" y="175937"/>
                  <a:pt x="31747" y="115404"/>
                </a:cubicBezTo>
                <a:cubicBezTo>
                  <a:pt x="20542" y="80171"/>
                  <a:pt x="14804" y="43432"/>
                  <a:pt x="14733" y="6461"/>
                </a:cubicBezTo>
                <a:cubicBezTo>
                  <a:pt x="14733" y="-3318"/>
                  <a:pt x="-44" y="-1323"/>
                  <a:pt x="0" y="7930"/>
                </a:cubicBezTo>
                <a:cubicBezTo>
                  <a:pt x="1184" y="107971"/>
                  <a:pt x="41065" y="213209"/>
                  <a:pt x="119862" y="277470"/>
                </a:cubicBezTo>
                <a:cubicBezTo>
                  <a:pt x="177501" y="318403"/>
                  <a:pt x="263467" y="328116"/>
                  <a:pt x="332705" y="333158"/>
                </a:cubicBezTo>
                <a:cubicBezTo>
                  <a:pt x="322510" y="340196"/>
                  <a:pt x="316437" y="346182"/>
                  <a:pt x="307470" y="353702"/>
                </a:cubicBezTo>
                <a:cubicBezTo>
                  <a:pt x="300301" y="359863"/>
                  <a:pt x="307821" y="372250"/>
                  <a:pt x="315275" y="365848"/>
                </a:cubicBezTo>
                <a:lnTo>
                  <a:pt x="340028" y="344647"/>
                </a:lnTo>
                <a:cubicBezTo>
                  <a:pt x="350048" y="337171"/>
                  <a:pt x="359037" y="328927"/>
                  <a:pt x="349850" y="31640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5944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Completely Blank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 txBox="1">
            <a:spLocks noGrp="1"/>
          </p:cNvSpPr>
          <p:nvPr>
            <p:ph type="sldNum" idx="12"/>
          </p:nvPr>
        </p:nvSpPr>
        <p:spPr>
          <a:xfrm>
            <a:off x="11205833" y="6257835"/>
            <a:ext cx="731600" cy="40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931772E1-48C8-4D56-80D1-91D18315D6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354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Dark">
  <p:cSld name="Blank - Dark">
    <p:bg>
      <p:bgPr>
        <a:solidFill>
          <a:schemeClr val="dk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>
            <a:spLocks noGrp="1"/>
          </p:cNvSpPr>
          <p:nvPr>
            <p:ph type="sldNum" idx="12"/>
          </p:nvPr>
        </p:nvSpPr>
        <p:spPr>
          <a:xfrm>
            <a:off x="11205833" y="6257835"/>
            <a:ext cx="731600" cy="40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2"/>
                </a:solidFill>
              </a:defRPr>
            </a:lvl1pPr>
            <a:lvl2pPr lvl="1" rtl="0">
              <a:buNone/>
              <a:defRPr>
                <a:solidFill>
                  <a:schemeClr val="lt2"/>
                </a:solidFill>
              </a:defRPr>
            </a:lvl2pPr>
            <a:lvl3pPr lvl="2" rtl="0">
              <a:buNone/>
              <a:defRPr>
                <a:solidFill>
                  <a:schemeClr val="lt2"/>
                </a:solidFill>
              </a:defRPr>
            </a:lvl3pPr>
            <a:lvl4pPr lvl="3" rtl="0">
              <a:buNone/>
              <a:defRPr>
                <a:solidFill>
                  <a:schemeClr val="lt2"/>
                </a:solidFill>
              </a:defRPr>
            </a:lvl4pPr>
            <a:lvl5pPr lvl="4" rtl="0">
              <a:buNone/>
              <a:defRPr>
                <a:solidFill>
                  <a:schemeClr val="lt2"/>
                </a:solidFill>
              </a:defRPr>
            </a:lvl5pPr>
            <a:lvl6pPr lvl="5" rtl="0">
              <a:buNone/>
              <a:defRPr>
                <a:solidFill>
                  <a:schemeClr val="lt2"/>
                </a:solidFill>
              </a:defRPr>
            </a:lvl6pPr>
            <a:lvl7pPr lvl="6" rtl="0">
              <a:buNone/>
              <a:defRPr>
                <a:solidFill>
                  <a:schemeClr val="lt2"/>
                </a:solidFill>
              </a:defRPr>
            </a:lvl7pPr>
            <a:lvl8pPr lvl="7" rtl="0">
              <a:buNone/>
              <a:defRPr>
                <a:solidFill>
                  <a:schemeClr val="lt2"/>
                </a:solidFill>
              </a:defRPr>
            </a:lvl8pPr>
            <a:lvl9pPr lvl="8" rtl="0">
              <a:buNone/>
              <a:defRPr>
                <a:solidFill>
                  <a:schemeClr val="lt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56" name="Google Shape;156;p12"/>
          <p:cNvSpPr/>
          <p:nvPr/>
        </p:nvSpPr>
        <p:spPr>
          <a:xfrm>
            <a:off x="490926" y="562837"/>
            <a:ext cx="11173145" cy="5736772"/>
          </a:xfrm>
          <a:custGeom>
            <a:avLst/>
            <a:gdLst/>
            <a:ahLst/>
            <a:cxnLst/>
            <a:rect l="l" t="t" r="r" b="b"/>
            <a:pathLst>
              <a:path w="3971497" h="2039137" extrusionOk="0">
                <a:moveTo>
                  <a:pt x="3947725" y="299512"/>
                </a:moveTo>
                <a:cubicBezTo>
                  <a:pt x="3924134" y="113307"/>
                  <a:pt x="3885284" y="33501"/>
                  <a:pt x="3686450" y="8902"/>
                </a:cubicBezTo>
                <a:cubicBezTo>
                  <a:pt x="3601997" y="-3398"/>
                  <a:pt x="3538196" y="330"/>
                  <a:pt x="3453085" y="1250"/>
                </a:cubicBezTo>
                <a:cubicBezTo>
                  <a:pt x="2545650" y="21443"/>
                  <a:pt x="1638390" y="51765"/>
                  <a:pt x="731371" y="878"/>
                </a:cubicBezTo>
                <a:cubicBezTo>
                  <a:pt x="642467" y="-87"/>
                  <a:pt x="553519" y="1250"/>
                  <a:pt x="464769" y="6534"/>
                </a:cubicBezTo>
                <a:cubicBezTo>
                  <a:pt x="385183" y="11292"/>
                  <a:pt x="302374" y="15304"/>
                  <a:pt x="224563" y="33743"/>
                </a:cubicBezTo>
                <a:cubicBezTo>
                  <a:pt x="159908" y="49090"/>
                  <a:pt x="106653" y="83204"/>
                  <a:pt x="86570" y="149329"/>
                </a:cubicBezTo>
                <a:cubicBezTo>
                  <a:pt x="9067" y="671747"/>
                  <a:pt x="-7925" y="1209227"/>
                  <a:pt x="2994" y="1737127"/>
                </a:cubicBezTo>
                <a:cubicBezTo>
                  <a:pt x="7729" y="2035301"/>
                  <a:pt x="225024" y="2012784"/>
                  <a:pt x="454881" y="2012828"/>
                </a:cubicBezTo>
                <a:cubicBezTo>
                  <a:pt x="1452075" y="2021379"/>
                  <a:pt x="2463170" y="2030543"/>
                  <a:pt x="3459136" y="2039138"/>
                </a:cubicBezTo>
                <a:cubicBezTo>
                  <a:pt x="3468432" y="2039138"/>
                  <a:pt x="3468235" y="2024426"/>
                  <a:pt x="3458544" y="2024339"/>
                </a:cubicBezTo>
                <a:cubicBezTo>
                  <a:pt x="2395752" y="2013552"/>
                  <a:pt x="1331030" y="2008487"/>
                  <a:pt x="268237" y="1995157"/>
                </a:cubicBezTo>
                <a:cubicBezTo>
                  <a:pt x="201871" y="1991167"/>
                  <a:pt x="129981" y="1978933"/>
                  <a:pt x="80870" y="1929997"/>
                </a:cubicBezTo>
                <a:cubicBezTo>
                  <a:pt x="27856" y="1877181"/>
                  <a:pt x="19898" y="1797332"/>
                  <a:pt x="17289" y="1726406"/>
                </a:cubicBezTo>
                <a:cubicBezTo>
                  <a:pt x="11150" y="1553355"/>
                  <a:pt x="12904" y="1379647"/>
                  <a:pt x="17289" y="1206596"/>
                </a:cubicBezTo>
                <a:cubicBezTo>
                  <a:pt x="24962" y="897125"/>
                  <a:pt x="46317" y="588368"/>
                  <a:pt x="81352" y="280328"/>
                </a:cubicBezTo>
                <a:cubicBezTo>
                  <a:pt x="89990" y="206026"/>
                  <a:pt x="89333" y="112868"/>
                  <a:pt x="163591" y="71825"/>
                </a:cubicBezTo>
                <a:cubicBezTo>
                  <a:pt x="194285" y="54286"/>
                  <a:pt x="229825" y="46349"/>
                  <a:pt x="264444" y="40978"/>
                </a:cubicBezTo>
                <a:cubicBezTo>
                  <a:pt x="347341" y="28174"/>
                  <a:pt x="431728" y="22408"/>
                  <a:pt x="515502" y="18746"/>
                </a:cubicBezTo>
                <a:cubicBezTo>
                  <a:pt x="692894" y="11029"/>
                  <a:pt x="870483" y="17869"/>
                  <a:pt x="1047743" y="26113"/>
                </a:cubicBezTo>
                <a:cubicBezTo>
                  <a:pt x="1755029" y="63845"/>
                  <a:pt x="2462863" y="37711"/>
                  <a:pt x="3170346" y="20654"/>
                </a:cubicBezTo>
                <a:cubicBezTo>
                  <a:pt x="3346028" y="20478"/>
                  <a:pt x="3500947" y="3289"/>
                  <a:pt x="3675948" y="22605"/>
                </a:cubicBezTo>
                <a:cubicBezTo>
                  <a:pt x="3819576" y="42556"/>
                  <a:pt x="3893001" y="73821"/>
                  <a:pt x="3920034" y="229880"/>
                </a:cubicBezTo>
                <a:cubicBezTo>
                  <a:pt x="4003348" y="663591"/>
                  <a:pt x="3918609" y="1093707"/>
                  <a:pt x="3926392" y="1543489"/>
                </a:cubicBezTo>
                <a:cubicBezTo>
                  <a:pt x="3926568" y="1553092"/>
                  <a:pt x="3940665" y="1547436"/>
                  <a:pt x="3940490" y="1538337"/>
                </a:cubicBezTo>
                <a:cubicBezTo>
                  <a:pt x="3933321" y="1127383"/>
                  <a:pt x="4008215" y="711694"/>
                  <a:pt x="3947725" y="2995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 rot="-5673298">
            <a:off x="3165457" y="5744019"/>
            <a:ext cx="151047" cy="1271560"/>
          </a:xfrm>
          <a:custGeom>
            <a:avLst/>
            <a:gdLst/>
            <a:ahLst/>
            <a:cxnLst/>
            <a:rect l="l" t="t" r="r" b="b"/>
            <a:pathLst>
              <a:path w="53711" h="452156" extrusionOk="0">
                <a:moveTo>
                  <a:pt x="39194" y="6047"/>
                </a:moveTo>
                <a:cubicBezTo>
                  <a:pt x="16217" y="151582"/>
                  <a:pt x="8039" y="298805"/>
                  <a:pt x="15" y="445744"/>
                </a:cubicBezTo>
                <a:cubicBezTo>
                  <a:pt x="-533" y="455478"/>
                  <a:pt x="14244" y="453439"/>
                  <a:pt x="14748" y="444275"/>
                </a:cubicBezTo>
                <a:cubicBezTo>
                  <a:pt x="22707" y="298586"/>
                  <a:pt x="30819" y="152678"/>
                  <a:pt x="53598" y="8393"/>
                </a:cubicBezTo>
                <a:cubicBezTo>
                  <a:pt x="55133" y="-1298"/>
                  <a:pt x="40597" y="-3271"/>
                  <a:pt x="39194" y="604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 rot="-5673298">
            <a:off x="2951902" y="6246239"/>
            <a:ext cx="107207" cy="531840"/>
          </a:xfrm>
          <a:custGeom>
            <a:avLst/>
            <a:gdLst/>
            <a:ahLst/>
            <a:cxnLst/>
            <a:rect l="l" t="t" r="r" b="b"/>
            <a:pathLst>
              <a:path w="38122" h="189118" extrusionOk="0">
                <a:moveTo>
                  <a:pt x="23673" y="6072"/>
                </a:moveTo>
                <a:cubicBezTo>
                  <a:pt x="15809" y="64288"/>
                  <a:pt x="7945" y="122498"/>
                  <a:pt x="82" y="180701"/>
                </a:cubicBezTo>
                <a:cubicBezTo>
                  <a:pt x="-1212" y="190414"/>
                  <a:pt x="13237" y="192409"/>
                  <a:pt x="14486" y="183047"/>
                </a:cubicBezTo>
                <a:cubicBezTo>
                  <a:pt x="22364" y="124844"/>
                  <a:pt x="30213" y="66634"/>
                  <a:pt x="38033" y="8418"/>
                </a:cubicBezTo>
                <a:cubicBezTo>
                  <a:pt x="39393" y="-1295"/>
                  <a:pt x="24879" y="-3290"/>
                  <a:pt x="23673" y="60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7453534" y="398834"/>
            <a:ext cx="720335" cy="352399"/>
          </a:xfrm>
          <a:custGeom>
            <a:avLst/>
            <a:gdLst/>
            <a:ahLst/>
            <a:cxnLst/>
            <a:rect l="l" t="t" r="r" b="b"/>
            <a:pathLst>
              <a:path w="256043" h="125260" extrusionOk="0">
                <a:moveTo>
                  <a:pt x="122835" y="3891"/>
                </a:moveTo>
                <a:cubicBezTo>
                  <a:pt x="106677" y="35258"/>
                  <a:pt x="90541" y="66632"/>
                  <a:pt x="74404" y="98013"/>
                </a:cubicBezTo>
                <a:cubicBezTo>
                  <a:pt x="67103" y="82972"/>
                  <a:pt x="59737" y="67939"/>
                  <a:pt x="52348" y="52914"/>
                </a:cubicBezTo>
                <a:cubicBezTo>
                  <a:pt x="49783" y="47630"/>
                  <a:pt x="41583" y="45218"/>
                  <a:pt x="38602" y="51708"/>
                </a:cubicBezTo>
                <a:cubicBezTo>
                  <a:pt x="30007" y="70416"/>
                  <a:pt x="17598" y="87110"/>
                  <a:pt x="2141" y="100709"/>
                </a:cubicBezTo>
                <a:cubicBezTo>
                  <a:pt x="-4787" y="106848"/>
                  <a:pt x="6723" y="116802"/>
                  <a:pt x="13629" y="110685"/>
                </a:cubicBezTo>
                <a:cubicBezTo>
                  <a:pt x="26258" y="99453"/>
                  <a:pt x="36979" y="86235"/>
                  <a:pt x="45354" y="71550"/>
                </a:cubicBezTo>
                <a:lnTo>
                  <a:pt x="67432" y="116670"/>
                </a:lnTo>
                <a:cubicBezTo>
                  <a:pt x="70107" y="122174"/>
                  <a:pt x="77978" y="124147"/>
                  <a:pt x="81179" y="117876"/>
                </a:cubicBezTo>
                <a:lnTo>
                  <a:pt x="128580" y="25793"/>
                </a:lnTo>
                <a:cubicBezTo>
                  <a:pt x="139147" y="55900"/>
                  <a:pt x="147259" y="86822"/>
                  <a:pt x="152784" y="118249"/>
                </a:cubicBezTo>
                <a:cubicBezTo>
                  <a:pt x="153969" y="125024"/>
                  <a:pt x="163462" y="128422"/>
                  <a:pt x="166970" y="121318"/>
                </a:cubicBezTo>
                <a:cubicBezTo>
                  <a:pt x="177515" y="99979"/>
                  <a:pt x="188039" y="78638"/>
                  <a:pt x="198585" y="57299"/>
                </a:cubicBezTo>
                <a:cubicBezTo>
                  <a:pt x="214107" y="75321"/>
                  <a:pt x="228819" y="94022"/>
                  <a:pt x="242434" y="113469"/>
                </a:cubicBezTo>
                <a:cubicBezTo>
                  <a:pt x="247959" y="121297"/>
                  <a:pt x="260259" y="113711"/>
                  <a:pt x="254580" y="105686"/>
                </a:cubicBezTo>
                <a:cubicBezTo>
                  <a:pt x="238509" y="82896"/>
                  <a:pt x="221145" y="61039"/>
                  <a:pt x="202575" y="40220"/>
                </a:cubicBezTo>
                <a:cubicBezTo>
                  <a:pt x="199023" y="36229"/>
                  <a:pt x="192512" y="35089"/>
                  <a:pt x="189705" y="40746"/>
                </a:cubicBezTo>
                <a:lnTo>
                  <a:pt x="163001" y="94899"/>
                </a:lnTo>
                <a:cubicBezTo>
                  <a:pt x="156468" y="64295"/>
                  <a:pt x="147566" y="34241"/>
                  <a:pt x="136407" y="5009"/>
                </a:cubicBezTo>
                <a:cubicBezTo>
                  <a:pt x="134324" y="-823"/>
                  <a:pt x="125861" y="-2029"/>
                  <a:pt x="122835" y="38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11162116" y="529829"/>
            <a:ext cx="387165" cy="308299"/>
          </a:xfrm>
          <a:custGeom>
            <a:avLst/>
            <a:gdLst/>
            <a:ahLst/>
            <a:cxnLst/>
            <a:rect l="l" t="t" r="r" b="b"/>
            <a:pathLst>
              <a:path w="137618" h="109585" extrusionOk="0">
                <a:moveTo>
                  <a:pt x="136999" y="99882"/>
                </a:moveTo>
                <a:cubicBezTo>
                  <a:pt x="113869" y="47085"/>
                  <a:pt x="65635" y="9548"/>
                  <a:pt x="8785" y="104"/>
                </a:cubicBezTo>
                <a:cubicBezTo>
                  <a:pt x="-292" y="-1365"/>
                  <a:pt x="-3910" y="13258"/>
                  <a:pt x="5627" y="14771"/>
                </a:cubicBezTo>
                <a:cubicBezTo>
                  <a:pt x="57435" y="23274"/>
                  <a:pt x="101482" y="57237"/>
                  <a:pt x="122902" y="105166"/>
                </a:cubicBezTo>
                <a:cubicBezTo>
                  <a:pt x="126738" y="113936"/>
                  <a:pt x="140705" y="108323"/>
                  <a:pt x="136999" y="998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11368405" y="463034"/>
            <a:ext cx="176571" cy="121657"/>
          </a:xfrm>
          <a:custGeom>
            <a:avLst/>
            <a:gdLst/>
            <a:ahLst/>
            <a:cxnLst/>
            <a:rect l="l" t="t" r="r" b="b"/>
            <a:pathLst>
              <a:path w="62762" h="43243" extrusionOk="0">
                <a:moveTo>
                  <a:pt x="60351" y="30032"/>
                </a:moveTo>
                <a:cubicBezTo>
                  <a:pt x="45705" y="17367"/>
                  <a:pt x="28955" y="7372"/>
                  <a:pt x="10845" y="500"/>
                </a:cubicBezTo>
                <a:cubicBezTo>
                  <a:pt x="2273" y="-2745"/>
                  <a:pt x="-4765" y="10739"/>
                  <a:pt x="4092" y="14093"/>
                </a:cubicBezTo>
                <a:cubicBezTo>
                  <a:pt x="20996" y="20446"/>
                  <a:pt x="36672" y="29731"/>
                  <a:pt x="50353" y="41521"/>
                </a:cubicBezTo>
                <a:cubicBezTo>
                  <a:pt x="57413" y="47594"/>
                  <a:pt x="67410" y="36127"/>
                  <a:pt x="60351" y="300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441550" y="2665959"/>
            <a:ext cx="282121" cy="357283"/>
          </a:xfrm>
          <a:custGeom>
            <a:avLst/>
            <a:gdLst/>
            <a:ahLst/>
            <a:cxnLst/>
            <a:rect l="l" t="t" r="r" b="b"/>
            <a:pathLst>
              <a:path w="100280" h="126996" extrusionOk="0">
                <a:moveTo>
                  <a:pt x="96357" y="74864"/>
                </a:moveTo>
                <a:cubicBezTo>
                  <a:pt x="82786" y="68484"/>
                  <a:pt x="69679" y="61157"/>
                  <a:pt x="57134" y="52940"/>
                </a:cubicBezTo>
                <a:cubicBezTo>
                  <a:pt x="68090" y="38401"/>
                  <a:pt x="80061" y="24657"/>
                  <a:pt x="92959" y="11809"/>
                </a:cubicBezTo>
                <a:cubicBezTo>
                  <a:pt x="99865" y="4925"/>
                  <a:pt x="88969" y="-4459"/>
                  <a:pt x="81997" y="2382"/>
                </a:cubicBezTo>
                <a:cubicBezTo>
                  <a:pt x="68721" y="15624"/>
                  <a:pt x="56406" y="29794"/>
                  <a:pt x="45141" y="44784"/>
                </a:cubicBezTo>
                <a:cubicBezTo>
                  <a:pt x="33594" y="36487"/>
                  <a:pt x="22607" y="27435"/>
                  <a:pt x="12255" y="17685"/>
                </a:cubicBezTo>
                <a:cubicBezTo>
                  <a:pt x="5480" y="11305"/>
                  <a:pt x="-4518" y="22793"/>
                  <a:pt x="2257" y="29173"/>
                </a:cubicBezTo>
                <a:cubicBezTo>
                  <a:pt x="12947" y="39230"/>
                  <a:pt x="24293" y="48568"/>
                  <a:pt x="36218" y="57127"/>
                </a:cubicBezTo>
                <a:cubicBezTo>
                  <a:pt x="23171" y="75947"/>
                  <a:pt x="11779" y="95863"/>
                  <a:pt x="2169" y="116652"/>
                </a:cubicBezTo>
                <a:cubicBezTo>
                  <a:pt x="-1953" y="125554"/>
                  <a:pt x="11246" y="131429"/>
                  <a:pt x="15324" y="122703"/>
                </a:cubicBezTo>
                <a:cubicBezTo>
                  <a:pt x="24609" y="102651"/>
                  <a:pt x="35613" y="83439"/>
                  <a:pt x="48211" y="65283"/>
                </a:cubicBezTo>
                <a:cubicBezTo>
                  <a:pt x="61447" y="73978"/>
                  <a:pt x="75279" y="81731"/>
                  <a:pt x="89604" y="88479"/>
                </a:cubicBezTo>
                <a:cubicBezTo>
                  <a:pt x="97936" y="92360"/>
                  <a:pt x="104951" y="78898"/>
                  <a:pt x="96357" y="748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11419718" y="4779372"/>
            <a:ext cx="267869" cy="230389"/>
          </a:xfrm>
          <a:custGeom>
            <a:avLst/>
            <a:gdLst/>
            <a:ahLst/>
            <a:cxnLst/>
            <a:rect l="l" t="t" r="r" b="b"/>
            <a:pathLst>
              <a:path w="95214" h="81892" extrusionOk="0">
                <a:moveTo>
                  <a:pt x="92489" y="65480"/>
                </a:moveTo>
                <a:lnTo>
                  <a:pt x="61028" y="43753"/>
                </a:lnTo>
                <a:cubicBezTo>
                  <a:pt x="70521" y="33157"/>
                  <a:pt x="80036" y="22580"/>
                  <a:pt x="89530" y="12028"/>
                </a:cubicBezTo>
                <a:cubicBezTo>
                  <a:pt x="96107" y="4771"/>
                  <a:pt x="85145" y="-4635"/>
                  <a:pt x="78567" y="2600"/>
                </a:cubicBezTo>
                <a:lnTo>
                  <a:pt x="48991" y="35487"/>
                </a:lnTo>
                <a:lnTo>
                  <a:pt x="12684" y="10383"/>
                </a:lnTo>
                <a:cubicBezTo>
                  <a:pt x="5098" y="5144"/>
                  <a:pt x="-4856" y="16610"/>
                  <a:pt x="2687" y="21872"/>
                </a:cubicBezTo>
                <a:lnTo>
                  <a:pt x="38796" y="46844"/>
                </a:lnTo>
                <a:lnTo>
                  <a:pt x="18275" y="69865"/>
                </a:lnTo>
                <a:cubicBezTo>
                  <a:pt x="11697" y="77122"/>
                  <a:pt x="22660" y="86527"/>
                  <a:pt x="29237" y="79292"/>
                </a:cubicBezTo>
                <a:lnTo>
                  <a:pt x="50942" y="55175"/>
                </a:lnTo>
                <a:lnTo>
                  <a:pt x="82601" y="77100"/>
                </a:lnTo>
                <a:cubicBezTo>
                  <a:pt x="90078" y="82296"/>
                  <a:pt x="100119" y="70829"/>
                  <a:pt x="92489" y="654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/>
          <p:nvPr/>
        </p:nvSpPr>
        <p:spPr>
          <a:xfrm rot="5069525">
            <a:off x="10470846" y="4989089"/>
            <a:ext cx="1085543" cy="1363137"/>
          </a:xfrm>
          <a:custGeom>
            <a:avLst/>
            <a:gdLst/>
            <a:ahLst/>
            <a:cxnLst/>
            <a:rect l="l" t="t" r="r" b="b"/>
            <a:pathLst>
              <a:path w="385904" h="484587" extrusionOk="0">
                <a:moveTo>
                  <a:pt x="316148" y="219239"/>
                </a:moveTo>
                <a:cubicBezTo>
                  <a:pt x="261491" y="116194"/>
                  <a:pt x="157744" y="32311"/>
                  <a:pt x="38101" y="26786"/>
                </a:cubicBezTo>
                <a:cubicBezTo>
                  <a:pt x="47463" y="22510"/>
                  <a:pt x="56935" y="18432"/>
                  <a:pt x="66471" y="14530"/>
                </a:cubicBezTo>
                <a:cubicBezTo>
                  <a:pt x="75241" y="10978"/>
                  <a:pt x="71273" y="-3010"/>
                  <a:pt x="62086" y="586"/>
                </a:cubicBezTo>
                <a:cubicBezTo>
                  <a:pt x="42552" y="8566"/>
                  <a:pt x="23390" y="17336"/>
                  <a:pt x="4578" y="26895"/>
                </a:cubicBezTo>
                <a:cubicBezTo>
                  <a:pt x="-2854" y="30645"/>
                  <a:pt x="-508" y="42440"/>
                  <a:pt x="6398" y="41585"/>
                </a:cubicBezTo>
                <a:cubicBezTo>
                  <a:pt x="7473" y="41870"/>
                  <a:pt x="8591" y="41957"/>
                  <a:pt x="9709" y="41826"/>
                </a:cubicBezTo>
                <a:cubicBezTo>
                  <a:pt x="22162" y="48710"/>
                  <a:pt x="33190" y="57875"/>
                  <a:pt x="42267" y="68837"/>
                </a:cubicBezTo>
                <a:cubicBezTo>
                  <a:pt x="48231" y="76094"/>
                  <a:pt x="60618" y="67368"/>
                  <a:pt x="54786" y="60265"/>
                </a:cubicBezTo>
                <a:cubicBezTo>
                  <a:pt x="49217" y="53468"/>
                  <a:pt x="42990" y="47241"/>
                  <a:pt x="36216" y="41650"/>
                </a:cubicBezTo>
                <a:cubicBezTo>
                  <a:pt x="257544" y="58730"/>
                  <a:pt x="357411" y="281133"/>
                  <a:pt x="371135" y="478147"/>
                </a:cubicBezTo>
                <a:cubicBezTo>
                  <a:pt x="372034" y="487859"/>
                  <a:pt x="386723" y="485952"/>
                  <a:pt x="385869" y="476678"/>
                </a:cubicBezTo>
                <a:cubicBezTo>
                  <a:pt x="377756" y="387730"/>
                  <a:pt x="358704" y="298409"/>
                  <a:pt x="316148" y="2192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 rot="5400000">
            <a:off x="407224" y="406148"/>
            <a:ext cx="995005" cy="1034280"/>
          </a:xfrm>
          <a:custGeom>
            <a:avLst/>
            <a:gdLst/>
            <a:ahLst/>
            <a:cxnLst/>
            <a:rect l="l" t="t" r="r" b="b"/>
            <a:pathLst>
              <a:path w="353675" h="367635" extrusionOk="0">
                <a:moveTo>
                  <a:pt x="349850" y="316408"/>
                </a:moveTo>
                <a:cubicBezTo>
                  <a:pt x="344216" y="307967"/>
                  <a:pt x="337265" y="300140"/>
                  <a:pt x="331061" y="292094"/>
                </a:cubicBezTo>
                <a:cubicBezTo>
                  <a:pt x="325295" y="284639"/>
                  <a:pt x="312907" y="293387"/>
                  <a:pt x="318542" y="300688"/>
                </a:cubicBezTo>
                <a:cubicBezTo>
                  <a:pt x="320142" y="302661"/>
                  <a:pt x="330951" y="317022"/>
                  <a:pt x="332574" y="318447"/>
                </a:cubicBezTo>
                <a:cubicBezTo>
                  <a:pt x="270198" y="313689"/>
                  <a:pt x="197781" y="305292"/>
                  <a:pt x="142554" y="274598"/>
                </a:cubicBezTo>
                <a:cubicBezTo>
                  <a:pt x="87348" y="239760"/>
                  <a:pt x="52202" y="175937"/>
                  <a:pt x="31747" y="115404"/>
                </a:cubicBezTo>
                <a:cubicBezTo>
                  <a:pt x="20542" y="80171"/>
                  <a:pt x="14804" y="43432"/>
                  <a:pt x="14733" y="6461"/>
                </a:cubicBezTo>
                <a:cubicBezTo>
                  <a:pt x="14733" y="-3318"/>
                  <a:pt x="-44" y="-1323"/>
                  <a:pt x="0" y="7930"/>
                </a:cubicBezTo>
                <a:cubicBezTo>
                  <a:pt x="1184" y="107971"/>
                  <a:pt x="41065" y="213209"/>
                  <a:pt x="119862" y="277470"/>
                </a:cubicBezTo>
                <a:cubicBezTo>
                  <a:pt x="177501" y="318403"/>
                  <a:pt x="263467" y="328116"/>
                  <a:pt x="332705" y="333158"/>
                </a:cubicBezTo>
                <a:cubicBezTo>
                  <a:pt x="322510" y="340196"/>
                  <a:pt x="316437" y="346182"/>
                  <a:pt x="307470" y="353702"/>
                </a:cubicBezTo>
                <a:cubicBezTo>
                  <a:pt x="300301" y="359863"/>
                  <a:pt x="307821" y="372250"/>
                  <a:pt x="315275" y="365848"/>
                </a:cubicBezTo>
                <a:lnTo>
                  <a:pt x="340028" y="344647"/>
                </a:lnTo>
                <a:cubicBezTo>
                  <a:pt x="350048" y="337171"/>
                  <a:pt x="359037" y="328927"/>
                  <a:pt x="349850" y="3164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7856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/>
          <p:nvPr/>
        </p:nvSpPr>
        <p:spPr>
          <a:xfrm rot="-884877">
            <a:off x="10663059" y="4753112"/>
            <a:ext cx="1217088" cy="1237712"/>
          </a:xfrm>
          <a:custGeom>
            <a:avLst/>
            <a:gdLst/>
            <a:ahLst/>
            <a:cxnLst/>
            <a:rect l="l" t="t" r="r" b="b"/>
            <a:pathLst>
              <a:path w="549996" h="559316" extrusionOk="0">
                <a:moveTo>
                  <a:pt x="536665" y="198722"/>
                </a:moveTo>
                <a:cubicBezTo>
                  <a:pt x="507988" y="55467"/>
                  <a:pt x="324589" y="-49573"/>
                  <a:pt x="179295" y="24291"/>
                </a:cubicBezTo>
                <a:cubicBezTo>
                  <a:pt x="17974" y="106420"/>
                  <a:pt x="-81169" y="375917"/>
                  <a:pt x="88111" y="512244"/>
                </a:cubicBezTo>
                <a:cubicBezTo>
                  <a:pt x="141168" y="554536"/>
                  <a:pt x="210888" y="558504"/>
                  <a:pt x="276092" y="557584"/>
                </a:cubicBezTo>
                <a:cubicBezTo>
                  <a:pt x="484178" y="579947"/>
                  <a:pt x="588999" y="381814"/>
                  <a:pt x="536665" y="1987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856701" y="442364"/>
            <a:ext cx="9257791" cy="1237008"/>
          </a:xfrm>
          <a:custGeom>
            <a:avLst/>
            <a:gdLst/>
            <a:ahLst/>
            <a:cxnLst/>
            <a:rect l="l" t="t" r="r" b="b"/>
            <a:pathLst>
              <a:path w="3290684" h="399035" extrusionOk="0">
                <a:moveTo>
                  <a:pt x="3288221" y="146895"/>
                </a:moveTo>
                <a:cubicBezTo>
                  <a:pt x="3288879" y="83708"/>
                  <a:pt x="3268160" y="25739"/>
                  <a:pt x="3196488" y="21201"/>
                </a:cubicBezTo>
                <a:cubicBezTo>
                  <a:pt x="2907830" y="16005"/>
                  <a:pt x="2618711" y="18197"/>
                  <a:pt x="2329921" y="14777"/>
                </a:cubicBezTo>
                <a:cubicBezTo>
                  <a:pt x="1580495" y="9866"/>
                  <a:pt x="931222" y="0"/>
                  <a:pt x="181841" y="0"/>
                </a:cubicBezTo>
                <a:cubicBezTo>
                  <a:pt x="-44245" y="0"/>
                  <a:pt x="4866" y="162044"/>
                  <a:pt x="3813" y="206244"/>
                </a:cubicBezTo>
                <a:cubicBezTo>
                  <a:pt x="-6272" y="347395"/>
                  <a:pt x="64456" y="394927"/>
                  <a:pt x="198174" y="383395"/>
                </a:cubicBezTo>
                <a:lnTo>
                  <a:pt x="1064019" y="387780"/>
                </a:lnTo>
                <a:lnTo>
                  <a:pt x="2795708" y="396549"/>
                </a:lnTo>
                <a:cubicBezTo>
                  <a:pt x="2909277" y="397119"/>
                  <a:pt x="3023284" y="400671"/>
                  <a:pt x="3136832" y="398128"/>
                </a:cubicBezTo>
                <a:cubicBezTo>
                  <a:pt x="3275790" y="400627"/>
                  <a:pt x="3299512" y="257767"/>
                  <a:pt x="3288221" y="1468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490926" y="562837"/>
            <a:ext cx="11173145" cy="5736772"/>
          </a:xfrm>
          <a:custGeom>
            <a:avLst/>
            <a:gdLst/>
            <a:ahLst/>
            <a:cxnLst/>
            <a:rect l="l" t="t" r="r" b="b"/>
            <a:pathLst>
              <a:path w="3971497" h="2039137" extrusionOk="0">
                <a:moveTo>
                  <a:pt x="3947725" y="299512"/>
                </a:moveTo>
                <a:cubicBezTo>
                  <a:pt x="3924134" y="113307"/>
                  <a:pt x="3885284" y="33501"/>
                  <a:pt x="3686450" y="8902"/>
                </a:cubicBezTo>
                <a:cubicBezTo>
                  <a:pt x="3601997" y="-3398"/>
                  <a:pt x="3538196" y="330"/>
                  <a:pt x="3453085" y="1250"/>
                </a:cubicBezTo>
                <a:cubicBezTo>
                  <a:pt x="2545650" y="21443"/>
                  <a:pt x="1638390" y="51765"/>
                  <a:pt x="731371" y="878"/>
                </a:cubicBezTo>
                <a:cubicBezTo>
                  <a:pt x="642467" y="-87"/>
                  <a:pt x="553519" y="1250"/>
                  <a:pt x="464769" y="6534"/>
                </a:cubicBezTo>
                <a:cubicBezTo>
                  <a:pt x="385183" y="11292"/>
                  <a:pt x="302374" y="15304"/>
                  <a:pt x="224563" y="33743"/>
                </a:cubicBezTo>
                <a:cubicBezTo>
                  <a:pt x="159908" y="49090"/>
                  <a:pt x="106653" y="83204"/>
                  <a:pt x="86570" y="149329"/>
                </a:cubicBezTo>
                <a:cubicBezTo>
                  <a:pt x="9067" y="671747"/>
                  <a:pt x="-7925" y="1209227"/>
                  <a:pt x="2994" y="1737127"/>
                </a:cubicBezTo>
                <a:cubicBezTo>
                  <a:pt x="7729" y="2035301"/>
                  <a:pt x="225024" y="2012784"/>
                  <a:pt x="454881" y="2012828"/>
                </a:cubicBezTo>
                <a:cubicBezTo>
                  <a:pt x="1452075" y="2021379"/>
                  <a:pt x="2463170" y="2030543"/>
                  <a:pt x="3459136" y="2039138"/>
                </a:cubicBezTo>
                <a:cubicBezTo>
                  <a:pt x="3468432" y="2039138"/>
                  <a:pt x="3468235" y="2024426"/>
                  <a:pt x="3458544" y="2024339"/>
                </a:cubicBezTo>
                <a:cubicBezTo>
                  <a:pt x="2395752" y="2013552"/>
                  <a:pt x="1331030" y="2008487"/>
                  <a:pt x="268237" y="1995157"/>
                </a:cubicBezTo>
                <a:cubicBezTo>
                  <a:pt x="201871" y="1991167"/>
                  <a:pt x="129981" y="1978933"/>
                  <a:pt x="80870" y="1929997"/>
                </a:cubicBezTo>
                <a:cubicBezTo>
                  <a:pt x="27856" y="1877181"/>
                  <a:pt x="19898" y="1797332"/>
                  <a:pt x="17289" y="1726406"/>
                </a:cubicBezTo>
                <a:cubicBezTo>
                  <a:pt x="11150" y="1553355"/>
                  <a:pt x="12904" y="1379647"/>
                  <a:pt x="17289" y="1206596"/>
                </a:cubicBezTo>
                <a:cubicBezTo>
                  <a:pt x="24962" y="897125"/>
                  <a:pt x="46317" y="588368"/>
                  <a:pt x="81352" y="280328"/>
                </a:cubicBezTo>
                <a:cubicBezTo>
                  <a:pt x="89990" y="206026"/>
                  <a:pt x="89333" y="112868"/>
                  <a:pt x="163591" y="71825"/>
                </a:cubicBezTo>
                <a:cubicBezTo>
                  <a:pt x="194285" y="54286"/>
                  <a:pt x="229825" y="46349"/>
                  <a:pt x="264444" y="40978"/>
                </a:cubicBezTo>
                <a:cubicBezTo>
                  <a:pt x="347341" y="28174"/>
                  <a:pt x="431728" y="22408"/>
                  <a:pt x="515502" y="18746"/>
                </a:cubicBezTo>
                <a:cubicBezTo>
                  <a:pt x="692894" y="11029"/>
                  <a:pt x="870483" y="17869"/>
                  <a:pt x="1047743" y="26113"/>
                </a:cubicBezTo>
                <a:cubicBezTo>
                  <a:pt x="1755029" y="63845"/>
                  <a:pt x="2462863" y="37711"/>
                  <a:pt x="3170346" y="20654"/>
                </a:cubicBezTo>
                <a:cubicBezTo>
                  <a:pt x="3346028" y="20478"/>
                  <a:pt x="3500947" y="3289"/>
                  <a:pt x="3675948" y="22605"/>
                </a:cubicBezTo>
                <a:cubicBezTo>
                  <a:pt x="3819576" y="42556"/>
                  <a:pt x="3893001" y="73821"/>
                  <a:pt x="3920034" y="229880"/>
                </a:cubicBezTo>
                <a:cubicBezTo>
                  <a:pt x="4003348" y="663591"/>
                  <a:pt x="3918609" y="1093707"/>
                  <a:pt x="3926392" y="1543489"/>
                </a:cubicBezTo>
                <a:cubicBezTo>
                  <a:pt x="3926568" y="1553092"/>
                  <a:pt x="3940665" y="1547436"/>
                  <a:pt x="3940490" y="1538337"/>
                </a:cubicBezTo>
                <a:cubicBezTo>
                  <a:pt x="3933321" y="1127383"/>
                  <a:pt x="4008215" y="711694"/>
                  <a:pt x="3947725" y="29951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 txBox="1">
            <a:spLocks noGrp="1"/>
          </p:cNvSpPr>
          <p:nvPr>
            <p:ph type="title"/>
          </p:nvPr>
        </p:nvSpPr>
        <p:spPr>
          <a:xfrm>
            <a:off x="1177833" y="911467"/>
            <a:ext cx="8568400" cy="52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7" name="Google Shape;87;p7"/>
          <p:cNvSpPr txBox="1">
            <a:spLocks noGrp="1"/>
          </p:cNvSpPr>
          <p:nvPr>
            <p:ph type="body" idx="1"/>
          </p:nvPr>
        </p:nvSpPr>
        <p:spPr>
          <a:xfrm>
            <a:off x="1584233" y="2008467"/>
            <a:ext cx="4003600" cy="36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✗"/>
              <a:defRPr sz="2667"/>
            </a:lvl1pPr>
            <a:lvl2pPr marL="1219170" lvl="1" indent="-474121" rtl="0">
              <a:spcBef>
                <a:spcPts val="1333"/>
              </a:spcBef>
              <a:spcAft>
                <a:spcPts val="0"/>
              </a:spcAft>
              <a:buSzPts val="2000"/>
              <a:buChar char="✗"/>
              <a:defRPr sz="2667"/>
            </a:lvl2pPr>
            <a:lvl3pPr marL="1828754" lvl="2" indent="-474121" rtl="0">
              <a:spcBef>
                <a:spcPts val="1333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1333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1333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1333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1333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1333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1333"/>
              </a:spcBef>
              <a:spcAft>
                <a:spcPts val="1333"/>
              </a:spcAft>
              <a:buSzPts val="2000"/>
              <a:buChar char="■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Google Shape;88;p7"/>
          <p:cNvSpPr txBox="1">
            <a:spLocks noGrp="1"/>
          </p:cNvSpPr>
          <p:nvPr>
            <p:ph type="body" idx="2"/>
          </p:nvPr>
        </p:nvSpPr>
        <p:spPr>
          <a:xfrm>
            <a:off x="6149152" y="2008467"/>
            <a:ext cx="4003600" cy="36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✗"/>
              <a:defRPr sz="2667"/>
            </a:lvl1pPr>
            <a:lvl2pPr marL="1219170" lvl="1" indent="-474121" rtl="0">
              <a:spcBef>
                <a:spcPts val="1333"/>
              </a:spcBef>
              <a:spcAft>
                <a:spcPts val="0"/>
              </a:spcAft>
              <a:buSzPts val="2000"/>
              <a:buChar char="✗"/>
              <a:defRPr sz="2667"/>
            </a:lvl2pPr>
            <a:lvl3pPr marL="1828754" lvl="2" indent="-474121" rtl="0">
              <a:spcBef>
                <a:spcPts val="1333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1333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1333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1333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1333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1333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1333"/>
              </a:spcBef>
              <a:spcAft>
                <a:spcPts val="1333"/>
              </a:spcAft>
              <a:buSzPts val="2000"/>
              <a:buChar char="■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Google Shape;89;p7"/>
          <p:cNvSpPr txBox="1">
            <a:spLocks noGrp="1"/>
          </p:cNvSpPr>
          <p:nvPr>
            <p:ph type="sldNum" idx="12"/>
          </p:nvPr>
        </p:nvSpPr>
        <p:spPr>
          <a:xfrm>
            <a:off x="11205833" y="6257835"/>
            <a:ext cx="731600" cy="40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0" name="Google Shape;90;p7"/>
          <p:cNvSpPr/>
          <p:nvPr/>
        </p:nvSpPr>
        <p:spPr>
          <a:xfrm>
            <a:off x="10851766" y="316035"/>
            <a:ext cx="985341" cy="1237312"/>
          </a:xfrm>
          <a:custGeom>
            <a:avLst/>
            <a:gdLst/>
            <a:ahLst/>
            <a:cxnLst/>
            <a:rect l="l" t="t" r="r" b="b"/>
            <a:pathLst>
              <a:path w="385904" h="484587" extrusionOk="0">
                <a:moveTo>
                  <a:pt x="316148" y="219239"/>
                </a:moveTo>
                <a:cubicBezTo>
                  <a:pt x="261491" y="116194"/>
                  <a:pt x="157744" y="32311"/>
                  <a:pt x="38101" y="26786"/>
                </a:cubicBezTo>
                <a:cubicBezTo>
                  <a:pt x="47463" y="22510"/>
                  <a:pt x="56935" y="18432"/>
                  <a:pt x="66471" y="14530"/>
                </a:cubicBezTo>
                <a:cubicBezTo>
                  <a:pt x="75241" y="10978"/>
                  <a:pt x="71273" y="-3010"/>
                  <a:pt x="62086" y="586"/>
                </a:cubicBezTo>
                <a:cubicBezTo>
                  <a:pt x="42552" y="8566"/>
                  <a:pt x="23390" y="17336"/>
                  <a:pt x="4578" y="26895"/>
                </a:cubicBezTo>
                <a:cubicBezTo>
                  <a:pt x="-2854" y="30645"/>
                  <a:pt x="-508" y="42440"/>
                  <a:pt x="6398" y="41585"/>
                </a:cubicBezTo>
                <a:cubicBezTo>
                  <a:pt x="7473" y="41870"/>
                  <a:pt x="8591" y="41957"/>
                  <a:pt x="9709" y="41826"/>
                </a:cubicBezTo>
                <a:cubicBezTo>
                  <a:pt x="22162" y="48710"/>
                  <a:pt x="33190" y="57875"/>
                  <a:pt x="42267" y="68837"/>
                </a:cubicBezTo>
                <a:cubicBezTo>
                  <a:pt x="48231" y="76094"/>
                  <a:pt x="60618" y="67368"/>
                  <a:pt x="54786" y="60265"/>
                </a:cubicBezTo>
                <a:cubicBezTo>
                  <a:pt x="49217" y="53468"/>
                  <a:pt x="42990" y="47241"/>
                  <a:pt x="36216" y="41650"/>
                </a:cubicBezTo>
                <a:cubicBezTo>
                  <a:pt x="257544" y="58730"/>
                  <a:pt x="357411" y="281133"/>
                  <a:pt x="371135" y="478147"/>
                </a:cubicBezTo>
                <a:cubicBezTo>
                  <a:pt x="372034" y="487859"/>
                  <a:pt x="386723" y="485952"/>
                  <a:pt x="385869" y="476678"/>
                </a:cubicBezTo>
                <a:cubicBezTo>
                  <a:pt x="377756" y="387730"/>
                  <a:pt x="358704" y="298409"/>
                  <a:pt x="316148" y="21923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11396892" y="3796060"/>
            <a:ext cx="349497" cy="308144"/>
          </a:xfrm>
          <a:custGeom>
            <a:avLst/>
            <a:gdLst/>
            <a:ahLst/>
            <a:cxnLst/>
            <a:rect l="l" t="t" r="r" b="b"/>
            <a:pathLst>
              <a:path w="124229" h="109530" extrusionOk="0">
                <a:moveTo>
                  <a:pt x="79291" y="1720"/>
                </a:moveTo>
                <a:cubicBezTo>
                  <a:pt x="8212" y="-15360"/>
                  <a:pt x="-40965" y="100205"/>
                  <a:pt x="47829" y="108799"/>
                </a:cubicBezTo>
                <a:cubicBezTo>
                  <a:pt x="119983" y="119191"/>
                  <a:pt x="160785" y="15554"/>
                  <a:pt x="79291" y="1720"/>
                </a:cubicBezTo>
                <a:close/>
                <a:moveTo>
                  <a:pt x="106609" y="64095"/>
                </a:moveTo>
                <a:cubicBezTo>
                  <a:pt x="93827" y="96675"/>
                  <a:pt x="39761" y="106168"/>
                  <a:pt x="18275" y="78083"/>
                </a:cubicBezTo>
                <a:cubicBezTo>
                  <a:pt x="2292" y="46095"/>
                  <a:pt x="38489" y="11651"/>
                  <a:pt x="70390" y="15247"/>
                </a:cubicBezTo>
                <a:cubicBezTo>
                  <a:pt x="97620" y="15401"/>
                  <a:pt x="116651" y="36974"/>
                  <a:pt x="106609" y="6409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5902355" y="6299608"/>
            <a:ext cx="1184197" cy="81987"/>
          </a:xfrm>
          <a:custGeom>
            <a:avLst/>
            <a:gdLst/>
            <a:ahLst/>
            <a:cxnLst/>
            <a:rect l="l" t="t" r="r" b="b"/>
            <a:pathLst>
              <a:path w="420923" h="29142" extrusionOk="0">
                <a:moveTo>
                  <a:pt x="413489" y="13189"/>
                </a:moveTo>
                <a:cubicBezTo>
                  <a:pt x="278455" y="16526"/>
                  <a:pt x="143334" y="12132"/>
                  <a:pt x="8805" y="34"/>
                </a:cubicBezTo>
                <a:cubicBezTo>
                  <a:pt x="-293" y="-799"/>
                  <a:pt x="-3933" y="13847"/>
                  <a:pt x="5670" y="14702"/>
                </a:cubicBezTo>
                <a:cubicBezTo>
                  <a:pt x="141449" y="26940"/>
                  <a:pt x="277798" y="31404"/>
                  <a:pt x="414081" y="28076"/>
                </a:cubicBezTo>
                <a:cubicBezTo>
                  <a:pt x="423377" y="27769"/>
                  <a:pt x="423223" y="12970"/>
                  <a:pt x="413489" y="1318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7158362" y="6340678"/>
            <a:ext cx="115853" cy="41572"/>
          </a:xfrm>
          <a:custGeom>
            <a:avLst/>
            <a:gdLst/>
            <a:ahLst/>
            <a:cxnLst/>
            <a:rect l="l" t="t" r="r" b="b"/>
            <a:pathLst>
              <a:path w="41180" h="14777" extrusionOk="0">
                <a:moveTo>
                  <a:pt x="33693" y="0"/>
                </a:moveTo>
                <a:lnTo>
                  <a:pt x="6835" y="0"/>
                </a:lnTo>
                <a:cubicBezTo>
                  <a:pt x="-2461" y="0"/>
                  <a:pt x="-2286" y="14777"/>
                  <a:pt x="7427" y="14777"/>
                </a:cubicBezTo>
                <a:lnTo>
                  <a:pt x="34307" y="14777"/>
                </a:lnTo>
                <a:cubicBezTo>
                  <a:pt x="43669" y="14777"/>
                  <a:pt x="43471" y="0"/>
                  <a:pt x="3369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7384870" y="6340232"/>
            <a:ext cx="399637" cy="54241"/>
          </a:xfrm>
          <a:custGeom>
            <a:avLst/>
            <a:gdLst/>
            <a:ahLst/>
            <a:cxnLst/>
            <a:rect l="l" t="t" r="r" b="b"/>
            <a:pathLst>
              <a:path w="142051" h="19280" extrusionOk="0">
                <a:moveTo>
                  <a:pt x="136384" y="4500"/>
                </a:moveTo>
                <a:lnTo>
                  <a:pt x="8783" y="5"/>
                </a:lnTo>
                <a:cubicBezTo>
                  <a:pt x="-272" y="-323"/>
                  <a:pt x="-3933" y="14344"/>
                  <a:pt x="5648" y="14695"/>
                </a:cubicBezTo>
                <a:lnTo>
                  <a:pt x="133227" y="19277"/>
                </a:lnTo>
                <a:cubicBezTo>
                  <a:pt x="142282" y="19518"/>
                  <a:pt x="146031" y="4851"/>
                  <a:pt x="136384" y="450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34048" y="1370193"/>
            <a:ext cx="151107" cy="1272065"/>
          </a:xfrm>
          <a:custGeom>
            <a:avLst/>
            <a:gdLst/>
            <a:ahLst/>
            <a:cxnLst/>
            <a:rect l="l" t="t" r="r" b="b"/>
            <a:pathLst>
              <a:path w="53711" h="452156" extrusionOk="0">
                <a:moveTo>
                  <a:pt x="39194" y="6047"/>
                </a:moveTo>
                <a:cubicBezTo>
                  <a:pt x="16217" y="151582"/>
                  <a:pt x="8039" y="298805"/>
                  <a:pt x="15" y="445744"/>
                </a:cubicBezTo>
                <a:cubicBezTo>
                  <a:pt x="-533" y="455478"/>
                  <a:pt x="14244" y="453439"/>
                  <a:pt x="14748" y="444275"/>
                </a:cubicBezTo>
                <a:cubicBezTo>
                  <a:pt x="22707" y="298586"/>
                  <a:pt x="30819" y="152678"/>
                  <a:pt x="53598" y="8393"/>
                </a:cubicBezTo>
                <a:cubicBezTo>
                  <a:pt x="55133" y="-1298"/>
                  <a:pt x="40597" y="-3271"/>
                  <a:pt x="39194" y="604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342669" y="1494769"/>
            <a:ext cx="107249" cy="532052"/>
          </a:xfrm>
          <a:custGeom>
            <a:avLst/>
            <a:gdLst/>
            <a:ahLst/>
            <a:cxnLst/>
            <a:rect l="l" t="t" r="r" b="b"/>
            <a:pathLst>
              <a:path w="38122" h="189118" extrusionOk="0">
                <a:moveTo>
                  <a:pt x="23673" y="6072"/>
                </a:moveTo>
                <a:cubicBezTo>
                  <a:pt x="15809" y="64288"/>
                  <a:pt x="7945" y="122498"/>
                  <a:pt x="82" y="180701"/>
                </a:cubicBezTo>
                <a:cubicBezTo>
                  <a:pt x="-1212" y="190414"/>
                  <a:pt x="13237" y="192409"/>
                  <a:pt x="14486" y="183047"/>
                </a:cubicBezTo>
                <a:cubicBezTo>
                  <a:pt x="22364" y="124844"/>
                  <a:pt x="30213" y="66634"/>
                  <a:pt x="38033" y="8418"/>
                </a:cubicBezTo>
                <a:cubicBezTo>
                  <a:pt x="39393" y="-1295"/>
                  <a:pt x="24879" y="-3290"/>
                  <a:pt x="23673" y="60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9474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Half">
  <p:cSld name="Blank - Half">
    <p:bg>
      <p:bgPr>
        <a:solidFill>
          <a:schemeClr val="lt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/>
          <p:nvPr/>
        </p:nvSpPr>
        <p:spPr>
          <a:xfrm rot="-1760302">
            <a:off x="6117867" y="849515"/>
            <a:ext cx="5608848" cy="5482596"/>
          </a:xfrm>
          <a:custGeom>
            <a:avLst/>
            <a:gdLst/>
            <a:ahLst/>
            <a:cxnLst/>
            <a:rect l="l" t="t" r="r" b="b"/>
            <a:pathLst>
              <a:path w="549996" h="559316" extrusionOk="0">
                <a:moveTo>
                  <a:pt x="536665" y="198722"/>
                </a:moveTo>
                <a:cubicBezTo>
                  <a:pt x="507988" y="55467"/>
                  <a:pt x="324589" y="-49573"/>
                  <a:pt x="179295" y="24291"/>
                </a:cubicBezTo>
                <a:cubicBezTo>
                  <a:pt x="17974" y="106420"/>
                  <a:pt x="-81169" y="375917"/>
                  <a:pt x="88111" y="512244"/>
                </a:cubicBezTo>
                <a:cubicBezTo>
                  <a:pt x="141168" y="554536"/>
                  <a:pt x="210888" y="558504"/>
                  <a:pt x="276092" y="557584"/>
                </a:cubicBezTo>
                <a:cubicBezTo>
                  <a:pt x="484178" y="579947"/>
                  <a:pt x="588999" y="381814"/>
                  <a:pt x="536665" y="1987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 txBox="1">
            <a:spLocks noGrp="1"/>
          </p:cNvSpPr>
          <p:nvPr>
            <p:ph type="sldNum" idx="12"/>
          </p:nvPr>
        </p:nvSpPr>
        <p:spPr>
          <a:xfrm>
            <a:off x="11205833" y="6257835"/>
            <a:ext cx="731600" cy="40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grpSp>
        <p:nvGrpSpPr>
          <p:cNvPr id="169" name="Google Shape;169;p13"/>
          <p:cNvGrpSpPr/>
          <p:nvPr/>
        </p:nvGrpSpPr>
        <p:grpSpPr>
          <a:xfrm>
            <a:off x="5836383" y="575418"/>
            <a:ext cx="5814403" cy="5707165"/>
            <a:chOff x="576654" y="555403"/>
            <a:chExt cx="3865959" cy="3794658"/>
          </a:xfrm>
        </p:grpSpPr>
        <p:sp>
          <p:nvSpPr>
            <p:cNvPr id="170" name="Google Shape;170;p13"/>
            <p:cNvSpPr/>
            <p:nvPr/>
          </p:nvSpPr>
          <p:spPr>
            <a:xfrm>
              <a:off x="619289" y="555403"/>
              <a:ext cx="3823324" cy="3794658"/>
            </a:xfrm>
            <a:custGeom>
              <a:avLst/>
              <a:gdLst/>
              <a:ahLst/>
              <a:cxnLst/>
              <a:rect l="l" t="t" r="r" b="b"/>
              <a:pathLst>
                <a:path w="1812002" h="1798416" extrusionOk="0">
                  <a:moveTo>
                    <a:pt x="1803580" y="754533"/>
                  </a:moveTo>
                  <a:cubicBezTo>
                    <a:pt x="1755126" y="365965"/>
                    <a:pt x="1420404" y="43389"/>
                    <a:pt x="1031243" y="5415"/>
                  </a:cubicBezTo>
                  <a:cubicBezTo>
                    <a:pt x="982060" y="-66"/>
                    <a:pt x="932504" y="-1381"/>
                    <a:pt x="883099" y="1447"/>
                  </a:cubicBezTo>
                  <a:cubicBezTo>
                    <a:pt x="873803" y="1973"/>
                    <a:pt x="873957" y="16794"/>
                    <a:pt x="883691" y="16246"/>
                  </a:cubicBezTo>
                  <a:cubicBezTo>
                    <a:pt x="1757494" y="-18263"/>
                    <a:pt x="2121442" y="1058868"/>
                    <a:pt x="1445508" y="1590605"/>
                  </a:cubicBezTo>
                  <a:cubicBezTo>
                    <a:pt x="1154174" y="1812547"/>
                    <a:pt x="730088" y="1849314"/>
                    <a:pt x="411765" y="1663262"/>
                  </a:cubicBezTo>
                  <a:cubicBezTo>
                    <a:pt x="67769" y="1470874"/>
                    <a:pt x="-50821" y="1022824"/>
                    <a:pt x="50843" y="658548"/>
                  </a:cubicBezTo>
                  <a:cubicBezTo>
                    <a:pt x="145996" y="257328"/>
                    <a:pt x="571617" y="-46393"/>
                    <a:pt x="981233" y="77876"/>
                  </a:cubicBezTo>
                  <a:cubicBezTo>
                    <a:pt x="990003" y="80529"/>
                    <a:pt x="993533" y="65949"/>
                    <a:pt x="984391" y="63186"/>
                  </a:cubicBezTo>
                  <a:cubicBezTo>
                    <a:pt x="621232" y="-46436"/>
                    <a:pt x="223477" y="180680"/>
                    <a:pt x="83292" y="523010"/>
                  </a:cubicBezTo>
                  <a:cubicBezTo>
                    <a:pt x="-163184" y="1097697"/>
                    <a:pt x="154152" y="1768368"/>
                    <a:pt x="813533" y="1796542"/>
                  </a:cubicBezTo>
                  <a:cubicBezTo>
                    <a:pt x="1393503" y="1832827"/>
                    <a:pt x="1882662" y="1337310"/>
                    <a:pt x="1803580" y="7545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3"/>
            <p:cNvSpPr/>
            <p:nvPr/>
          </p:nvSpPr>
          <p:spPr>
            <a:xfrm>
              <a:off x="576654" y="3067330"/>
              <a:ext cx="620488" cy="986037"/>
            </a:xfrm>
            <a:custGeom>
              <a:avLst/>
              <a:gdLst/>
              <a:ahLst/>
              <a:cxnLst/>
              <a:rect l="l" t="t" r="r" b="b"/>
              <a:pathLst>
                <a:path w="294070" h="467316" extrusionOk="0">
                  <a:moveTo>
                    <a:pt x="291610" y="454155"/>
                  </a:moveTo>
                  <a:cubicBezTo>
                    <a:pt x="153814" y="339512"/>
                    <a:pt x="54825" y="179550"/>
                    <a:pt x="14308" y="4834"/>
                  </a:cubicBezTo>
                  <a:cubicBezTo>
                    <a:pt x="12116" y="-4528"/>
                    <a:pt x="-1872" y="1084"/>
                    <a:pt x="211" y="10007"/>
                  </a:cubicBezTo>
                  <a:cubicBezTo>
                    <a:pt x="42374" y="188276"/>
                    <a:pt x="141091" y="348128"/>
                    <a:pt x="281612" y="465666"/>
                  </a:cubicBezTo>
                  <a:cubicBezTo>
                    <a:pt x="288760" y="471585"/>
                    <a:pt x="298757" y="460141"/>
                    <a:pt x="291610" y="4541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3"/>
            <p:cNvSpPr/>
            <p:nvPr/>
          </p:nvSpPr>
          <p:spPr>
            <a:xfrm>
              <a:off x="625052" y="3542878"/>
              <a:ext cx="246686" cy="335935"/>
            </a:xfrm>
            <a:custGeom>
              <a:avLst/>
              <a:gdLst/>
              <a:ahLst/>
              <a:cxnLst/>
              <a:rect l="l" t="t" r="r" b="b"/>
              <a:pathLst>
                <a:path w="116913" h="159211" extrusionOk="0">
                  <a:moveTo>
                    <a:pt x="114759" y="145770"/>
                  </a:moveTo>
                  <a:cubicBezTo>
                    <a:pt x="73155" y="104376"/>
                    <a:pt x="38848" y="56252"/>
                    <a:pt x="13292" y="3435"/>
                  </a:cubicBezTo>
                  <a:cubicBezTo>
                    <a:pt x="9193" y="-5027"/>
                    <a:pt x="-3195" y="3808"/>
                    <a:pt x="774" y="12030"/>
                  </a:cubicBezTo>
                  <a:cubicBezTo>
                    <a:pt x="27012" y="65964"/>
                    <a:pt x="62178" y="115053"/>
                    <a:pt x="104784" y="157258"/>
                  </a:cubicBezTo>
                  <a:cubicBezTo>
                    <a:pt x="111361" y="163814"/>
                    <a:pt x="121337" y="152303"/>
                    <a:pt x="114759" y="1457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3"/>
            <p:cNvSpPr/>
            <p:nvPr/>
          </p:nvSpPr>
          <p:spPr>
            <a:xfrm>
              <a:off x="3508732" y="703042"/>
              <a:ext cx="736985" cy="678722"/>
            </a:xfrm>
            <a:custGeom>
              <a:avLst/>
              <a:gdLst/>
              <a:ahLst/>
              <a:cxnLst/>
              <a:rect l="l" t="t" r="r" b="b"/>
              <a:pathLst>
                <a:path w="349282" h="321669" extrusionOk="0">
                  <a:moveTo>
                    <a:pt x="348469" y="309928"/>
                  </a:moveTo>
                  <a:cubicBezTo>
                    <a:pt x="278003" y="170664"/>
                    <a:pt x="156037" y="58585"/>
                    <a:pt x="11050" y="551"/>
                  </a:cubicBezTo>
                  <a:cubicBezTo>
                    <a:pt x="2543" y="-2847"/>
                    <a:pt x="-4823" y="10439"/>
                    <a:pt x="3968" y="13969"/>
                  </a:cubicBezTo>
                  <a:cubicBezTo>
                    <a:pt x="146478" y="70973"/>
                    <a:pt x="266844" y="180859"/>
                    <a:pt x="335709" y="318194"/>
                  </a:cubicBezTo>
                  <a:cubicBezTo>
                    <a:pt x="339918" y="326613"/>
                    <a:pt x="352591" y="318107"/>
                    <a:pt x="348469" y="3099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3"/>
            <p:cNvSpPr/>
            <p:nvPr/>
          </p:nvSpPr>
          <p:spPr>
            <a:xfrm>
              <a:off x="4237875" y="1405342"/>
              <a:ext cx="51220" cy="74504"/>
            </a:xfrm>
            <a:custGeom>
              <a:avLst/>
              <a:gdLst/>
              <a:ahLst/>
              <a:cxnLst/>
              <a:rect l="l" t="t" r="r" b="b"/>
              <a:pathLst>
                <a:path w="24275" h="35310" extrusionOk="0">
                  <a:moveTo>
                    <a:pt x="23295" y="23713"/>
                  </a:moveTo>
                  <a:lnTo>
                    <a:pt x="13692" y="3323"/>
                  </a:lnTo>
                  <a:cubicBezTo>
                    <a:pt x="8452" y="-4658"/>
                    <a:pt x="-3475" y="3191"/>
                    <a:pt x="975" y="11588"/>
                  </a:cubicBezTo>
                  <a:cubicBezTo>
                    <a:pt x="4176" y="18384"/>
                    <a:pt x="7371" y="25181"/>
                    <a:pt x="10556" y="31978"/>
                  </a:cubicBezTo>
                  <a:cubicBezTo>
                    <a:pt x="15906" y="39980"/>
                    <a:pt x="27745" y="32109"/>
                    <a:pt x="23295" y="237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75;p13"/>
          <p:cNvSpPr/>
          <p:nvPr/>
        </p:nvSpPr>
        <p:spPr>
          <a:xfrm rot="2700000">
            <a:off x="6626279" y="1272902"/>
            <a:ext cx="267959" cy="230468"/>
          </a:xfrm>
          <a:custGeom>
            <a:avLst/>
            <a:gdLst/>
            <a:ahLst/>
            <a:cxnLst/>
            <a:rect l="l" t="t" r="r" b="b"/>
            <a:pathLst>
              <a:path w="95214" h="81892" extrusionOk="0">
                <a:moveTo>
                  <a:pt x="92489" y="65480"/>
                </a:moveTo>
                <a:lnTo>
                  <a:pt x="61028" y="43753"/>
                </a:lnTo>
                <a:cubicBezTo>
                  <a:pt x="70521" y="33157"/>
                  <a:pt x="80036" y="22580"/>
                  <a:pt x="89530" y="12028"/>
                </a:cubicBezTo>
                <a:cubicBezTo>
                  <a:pt x="96107" y="4771"/>
                  <a:pt x="85145" y="-4635"/>
                  <a:pt x="78567" y="2600"/>
                </a:cubicBezTo>
                <a:lnTo>
                  <a:pt x="48991" y="35487"/>
                </a:lnTo>
                <a:lnTo>
                  <a:pt x="12684" y="10383"/>
                </a:lnTo>
                <a:cubicBezTo>
                  <a:pt x="5098" y="5144"/>
                  <a:pt x="-4856" y="16610"/>
                  <a:pt x="2687" y="21872"/>
                </a:cubicBezTo>
                <a:lnTo>
                  <a:pt x="38796" y="46844"/>
                </a:lnTo>
                <a:lnTo>
                  <a:pt x="18275" y="69865"/>
                </a:lnTo>
                <a:cubicBezTo>
                  <a:pt x="11697" y="77122"/>
                  <a:pt x="22660" y="86527"/>
                  <a:pt x="29237" y="79292"/>
                </a:cubicBezTo>
                <a:lnTo>
                  <a:pt x="50942" y="55175"/>
                </a:lnTo>
                <a:lnTo>
                  <a:pt x="82601" y="77100"/>
                </a:lnTo>
                <a:cubicBezTo>
                  <a:pt x="90078" y="82296"/>
                  <a:pt x="100119" y="70829"/>
                  <a:pt x="92489" y="6548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/>
          <p:nvPr/>
        </p:nvSpPr>
        <p:spPr>
          <a:xfrm rot="8434612">
            <a:off x="10414313" y="5279020"/>
            <a:ext cx="720367" cy="352413"/>
          </a:xfrm>
          <a:custGeom>
            <a:avLst/>
            <a:gdLst/>
            <a:ahLst/>
            <a:cxnLst/>
            <a:rect l="l" t="t" r="r" b="b"/>
            <a:pathLst>
              <a:path w="256043" h="125260" extrusionOk="0">
                <a:moveTo>
                  <a:pt x="122835" y="3891"/>
                </a:moveTo>
                <a:cubicBezTo>
                  <a:pt x="106677" y="35258"/>
                  <a:pt x="90541" y="66632"/>
                  <a:pt x="74404" y="98013"/>
                </a:cubicBezTo>
                <a:cubicBezTo>
                  <a:pt x="67103" y="82972"/>
                  <a:pt x="59737" y="67939"/>
                  <a:pt x="52348" y="52914"/>
                </a:cubicBezTo>
                <a:cubicBezTo>
                  <a:pt x="49783" y="47630"/>
                  <a:pt x="41583" y="45218"/>
                  <a:pt x="38602" y="51708"/>
                </a:cubicBezTo>
                <a:cubicBezTo>
                  <a:pt x="30007" y="70416"/>
                  <a:pt x="17598" y="87110"/>
                  <a:pt x="2141" y="100709"/>
                </a:cubicBezTo>
                <a:cubicBezTo>
                  <a:pt x="-4787" y="106848"/>
                  <a:pt x="6723" y="116802"/>
                  <a:pt x="13629" y="110685"/>
                </a:cubicBezTo>
                <a:cubicBezTo>
                  <a:pt x="26258" y="99453"/>
                  <a:pt x="36979" y="86235"/>
                  <a:pt x="45354" y="71550"/>
                </a:cubicBezTo>
                <a:lnTo>
                  <a:pt x="67432" y="116670"/>
                </a:lnTo>
                <a:cubicBezTo>
                  <a:pt x="70107" y="122174"/>
                  <a:pt x="77978" y="124147"/>
                  <a:pt x="81179" y="117876"/>
                </a:cubicBezTo>
                <a:lnTo>
                  <a:pt x="128580" y="25793"/>
                </a:lnTo>
                <a:cubicBezTo>
                  <a:pt x="139147" y="55900"/>
                  <a:pt x="147259" y="86822"/>
                  <a:pt x="152784" y="118249"/>
                </a:cubicBezTo>
                <a:cubicBezTo>
                  <a:pt x="153969" y="125024"/>
                  <a:pt x="163462" y="128422"/>
                  <a:pt x="166970" y="121318"/>
                </a:cubicBezTo>
                <a:cubicBezTo>
                  <a:pt x="177515" y="99979"/>
                  <a:pt x="188039" y="78638"/>
                  <a:pt x="198585" y="57299"/>
                </a:cubicBezTo>
                <a:cubicBezTo>
                  <a:pt x="214107" y="75321"/>
                  <a:pt x="228819" y="94022"/>
                  <a:pt x="242434" y="113469"/>
                </a:cubicBezTo>
                <a:cubicBezTo>
                  <a:pt x="247959" y="121297"/>
                  <a:pt x="260259" y="113711"/>
                  <a:pt x="254580" y="105686"/>
                </a:cubicBezTo>
                <a:cubicBezTo>
                  <a:pt x="238509" y="82896"/>
                  <a:pt x="221145" y="61039"/>
                  <a:pt x="202575" y="40220"/>
                </a:cubicBezTo>
                <a:cubicBezTo>
                  <a:pt x="199023" y="36229"/>
                  <a:pt x="192512" y="35089"/>
                  <a:pt x="189705" y="40746"/>
                </a:cubicBezTo>
                <a:lnTo>
                  <a:pt x="163001" y="94899"/>
                </a:lnTo>
                <a:cubicBezTo>
                  <a:pt x="156468" y="64295"/>
                  <a:pt x="147566" y="34241"/>
                  <a:pt x="136407" y="5009"/>
                </a:cubicBezTo>
                <a:cubicBezTo>
                  <a:pt x="134324" y="-823"/>
                  <a:pt x="125861" y="-2029"/>
                  <a:pt x="122835" y="389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095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177833" y="911467"/>
            <a:ext cx="85684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584233" y="2008467"/>
            <a:ext cx="8568400" cy="3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unito"/>
              <a:buChar char="✗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683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✗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683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■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683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●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683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○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683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■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683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●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683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○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683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Nunito"/>
              <a:buChar char="■"/>
              <a:defRPr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05833" y="6257835"/>
            <a:ext cx="731600" cy="4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2000" b="1">
                <a:solidFill>
                  <a:schemeClr val="dk2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algn="r" rtl="0">
              <a:buNone/>
              <a:defRPr sz="2000" b="1">
                <a:solidFill>
                  <a:schemeClr val="dk2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algn="r" rtl="0">
              <a:buNone/>
              <a:defRPr sz="2000" b="1">
                <a:solidFill>
                  <a:schemeClr val="dk2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algn="r" rtl="0">
              <a:buNone/>
              <a:defRPr sz="2000" b="1">
                <a:solidFill>
                  <a:schemeClr val="dk2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algn="r" rtl="0">
              <a:buNone/>
              <a:defRPr sz="2000" b="1">
                <a:solidFill>
                  <a:schemeClr val="dk2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algn="r" rtl="0">
              <a:buNone/>
              <a:defRPr sz="2000" b="1">
                <a:solidFill>
                  <a:schemeClr val="dk2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algn="r" rtl="0">
              <a:buNone/>
              <a:defRPr sz="2000" b="1">
                <a:solidFill>
                  <a:schemeClr val="dk2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algn="r" rtl="0">
              <a:buNone/>
              <a:defRPr sz="2000" b="1">
                <a:solidFill>
                  <a:schemeClr val="dk2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algn="r" rtl="0">
              <a:buNone/>
              <a:defRPr sz="2000" b="1">
                <a:solidFill>
                  <a:schemeClr val="dk2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fld id="{931772E1-48C8-4D56-80D1-91D18315D6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95042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7" r:id="rId4"/>
    <p:sldLayoutId id="2147483692" r:id="rId5"/>
    <p:sldLayoutId id="2147483695" r:id="rId6"/>
    <p:sldLayoutId id="2147483696" r:id="rId7"/>
    <p:sldLayoutId id="2147483697" r:id="rId8"/>
    <p:sldLayoutId id="2147483698" r:id="rId9"/>
  </p:sldLayoutIdLst>
  <p:transition>
    <p:fade thruBlk="1"/>
  </p:transition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 txBox="1">
            <a:spLocks noGrp="1"/>
          </p:cNvSpPr>
          <p:nvPr>
            <p:ph type="ctrTitle"/>
          </p:nvPr>
        </p:nvSpPr>
        <p:spPr>
          <a:xfrm>
            <a:off x="1819921" y="1269508"/>
            <a:ext cx="9081857" cy="4705164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r>
              <a:rPr lang="en-GB" sz="4800" dirty="0"/>
              <a:t>PREDICTING PRICE OF USED CAR</a:t>
            </a:r>
            <a:br>
              <a:rPr lang="en-GB" sz="6000" dirty="0"/>
            </a:br>
            <a:br>
              <a:rPr lang="en-GB" sz="6000" dirty="0"/>
            </a:br>
            <a:r>
              <a:rPr lang="en-GB" sz="3600" dirty="0"/>
              <a:t>AREA: DATA MINING</a:t>
            </a:r>
            <a:endParaRPr lang="en-GB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 txBox="1">
            <a:spLocks noGrp="1"/>
          </p:cNvSpPr>
          <p:nvPr>
            <p:ph type="body" idx="1"/>
          </p:nvPr>
        </p:nvSpPr>
        <p:spPr>
          <a:xfrm>
            <a:off x="1636989" y="1296140"/>
            <a:ext cx="9116828" cy="1680176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Clr>
                <a:schemeClr val="bg1"/>
              </a:buClr>
            </a:pPr>
            <a:r>
              <a:rPr lang="en-IN" sz="1800" b="1" dirty="0">
                <a:solidFill>
                  <a:srgbClr val="222222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We</a:t>
            </a:r>
            <a:r>
              <a:rPr lang="en-IN" sz="1800" b="1" dirty="0">
                <a:solidFill>
                  <a:srgbClr val="232323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will be predicting the costs of used cars given the data collected from various sources and distributed across various locations in India.</a:t>
            </a:r>
            <a:endParaRPr lang="en-IN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0" name="Google Shape;220;p1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1CE9E7-8AC1-4C83-A0C4-0B5947503BD3}"/>
              </a:ext>
            </a:extLst>
          </p:cNvPr>
          <p:cNvSpPr txBox="1"/>
          <p:nvPr/>
        </p:nvSpPr>
        <p:spPr>
          <a:xfrm>
            <a:off x="4111774" y="801132"/>
            <a:ext cx="3773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Bahnschrift" panose="020B0502040204020203" pitchFamily="34" charset="0"/>
              </a:rPr>
              <a:t>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23F291-056B-4E72-94C7-9D41A4FE81B9}"/>
              </a:ext>
            </a:extLst>
          </p:cNvPr>
          <p:cNvSpPr txBox="1"/>
          <p:nvPr/>
        </p:nvSpPr>
        <p:spPr>
          <a:xfrm>
            <a:off x="2056123" y="2453317"/>
            <a:ext cx="89960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Bahnschrift" panose="020B0502040204020203" pitchFamily="34" charset="0"/>
              </a:rPr>
              <a:t>FEATURES:</a:t>
            </a:r>
          </a:p>
          <a:p>
            <a:pPr algn="ctr"/>
            <a:endParaRPr lang="en-GB" dirty="0">
              <a:latin typeface="Bahnschrift" panose="020B0502040204020203" pitchFamily="34" charset="0"/>
            </a:endParaRPr>
          </a:p>
          <a:p>
            <a:r>
              <a:rPr lang="en-GB" dirty="0">
                <a:latin typeface="Bahnschrift" panose="020B0502040204020203" pitchFamily="34" charset="0"/>
              </a:rPr>
              <a:t>Name: The brand and model of the car.</a:t>
            </a:r>
          </a:p>
          <a:p>
            <a:r>
              <a:rPr lang="en-GB" dirty="0">
                <a:latin typeface="Bahnschrift" panose="020B0502040204020203" pitchFamily="34" charset="0"/>
              </a:rPr>
              <a:t>Location: The location in which the car is being sold or is available for purchase.</a:t>
            </a:r>
          </a:p>
          <a:p>
            <a:r>
              <a:rPr lang="en-GB" dirty="0">
                <a:latin typeface="Bahnschrift" panose="020B0502040204020203" pitchFamily="34" charset="0"/>
              </a:rPr>
              <a:t>Year: The year or edition of the model.</a:t>
            </a:r>
          </a:p>
          <a:p>
            <a:r>
              <a:rPr lang="en-GB" dirty="0">
                <a:latin typeface="Bahnschrift" panose="020B0502040204020203" pitchFamily="34" charset="0"/>
              </a:rPr>
              <a:t>Kilometers_Driven: The total kilometres driven in the car by the previous owner(s) in KM.</a:t>
            </a:r>
          </a:p>
          <a:p>
            <a:r>
              <a:rPr lang="en-GB" dirty="0">
                <a:latin typeface="Bahnschrift" panose="020B0502040204020203" pitchFamily="34" charset="0"/>
              </a:rPr>
              <a:t>Fuel_Type: The type of fuel used by the car.</a:t>
            </a:r>
          </a:p>
          <a:p>
            <a:r>
              <a:rPr lang="en-GB" dirty="0">
                <a:latin typeface="Bahnschrift" panose="020B0502040204020203" pitchFamily="34" charset="0"/>
              </a:rPr>
              <a:t>Transmission: The type of transmission used by the car.</a:t>
            </a:r>
          </a:p>
          <a:p>
            <a:r>
              <a:rPr lang="en-GB" dirty="0">
                <a:latin typeface="Bahnschrift" panose="020B0502040204020203" pitchFamily="34" charset="0"/>
              </a:rPr>
              <a:t>Owner_Type: Whether the ownership is First-hand, Second hand or other.</a:t>
            </a:r>
          </a:p>
          <a:p>
            <a:r>
              <a:rPr lang="en-GB" dirty="0">
                <a:latin typeface="Bahnschrift" panose="020B0502040204020203" pitchFamily="34" charset="0"/>
              </a:rPr>
              <a:t>Mileage: The standard mileage offered by the car company in kmpl or km/kg</a:t>
            </a:r>
          </a:p>
          <a:p>
            <a:r>
              <a:rPr lang="en-GB" dirty="0">
                <a:latin typeface="Bahnschrift" panose="020B0502040204020203" pitchFamily="34" charset="0"/>
              </a:rPr>
              <a:t>Engine: The displacement volume of the engine in cc.</a:t>
            </a:r>
          </a:p>
          <a:p>
            <a:r>
              <a:rPr lang="en-GB" dirty="0">
                <a:latin typeface="Bahnschrift" panose="020B0502040204020203" pitchFamily="34" charset="0"/>
              </a:rPr>
              <a:t>Power: The maximum power of the engine in bhp.</a:t>
            </a:r>
          </a:p>
          <a:p>
            <a:r>
              <a:rPr lang="en-GB" dirty="0">
                <a:latin typeface="Bahnschrift" panose="020B0502040204020203" pitchFamily="34" charset="0"/>
              </a:rPr>
              <a:t>Seats: The number of seats in the car.</a:t>
            </a:r>
          </a:p>
          <a:p>
            <a:r>
              <a:rPr lang="en-GB" dirty="0">
                <a:latin typeface="Bahnschrift" panose="020B0502040204020203" pitchFamily="34" charset="0"/>
              </a:rPr>
              <a:t>Price: The price of the used car in INR Lakhs.</a:t>
            </a:r>
          </a:p>
        </p:txBody>
      </p:sp>
    </p:spTree>
    <p:extLst>
      <p:ext uri="{BB962C8B-B14F-4D97-AF65-F5344CB8AC3E}">
        <p14:creationId xmlns:p14="http://schemas.microsoft.com/office/powerpoint/2010/main" val="3584761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7F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FF3091A-D098-4B44-A6C3-244CABE92637}"/>
              </a:ext>
            </a:extLst>
          </p:cNvPr>
          <p:cNvSpPr txBox="1"/>
          <p:nvPr/>
        </p:nvSpPr>
        <p:spPr>
          <a:xfrm>
            <a:off x="4222901" y="0"/>
            <a:ext cx="37461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TRAINING DATA</a:t>
            </a:r>
            <a:endParaRPr lang="en-IN" sz="2400" dirty="0">
              <a:latin typeface="Bahnschrift" panose="020B0502040204020203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B3F3C9-DF52-4DEA-97F1-29048142D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747468"/>
            <a:ext cx="8305800" cy="589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653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7F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9D4EFFB-05AF-482B-8FE2-3B6BBEA7351D}"/>
              </a:ext>
            </a:extLst>
          </p:cNvPr>
          <p:cNvSpPr txBox="1"/>
          <p:nvPr/>
        </p:nvSpPr>
        <p:spPr>
          <a:xfrm>
            <a:off x="4142509" y="0"/>
            <a:ext cx="390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Bahnschrift" panose="020B0502040204020203" pitchFamily="34" charset="0"/>
              </a:rPr>
              <a:t>TESTING</a:t>
            </a:r>
            <a:r>
              <a:rPr lang="en-IN" sz="2800" dirty="0">
                <a:latin typeface="Bahnschrift" panose="020B0502040204020203" pitchFamily="34" charset="0"/>
              </a:rPr>
              <a:t> </a:t>
            </a:r>
            <a:r>
              <a:rPr lang="en-IN" sz="3200" dirty="0">
                <a:latin typeface="Bahnschrift" panose="020B0502040204020203" pitchFamily="34" charset="0"/>
              </a:rPr>
              <a:t>DATA</a:t>
            </a:r>
            <a:endParaRPr lang="en-IN" sz="2800" dirty="0"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0A123A-E674-4DE3-B7F5-94BB9B6FA1F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31950" y="697559"/>
            <a:ext cx="8928100" cy="604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181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r>
              <a:rPr lang="en" dirty="0"/>
              <a:t>DATA ANALYSIS</a:t>
            </a:r>
            <a:endParaRPr dirty="0"/>
          </a:p>
        </p:txBody>
      </p:sp>
      <p:sp>
        <p:nvSpPr>
          <p:cNvPr id="213" name="Google Shape;213;p18"/>
          <p:cNvSpPr txBox="1">
            <a:spLocks noGrp="1"/>
          </p:cNvSpPr>
          <p:nvPr>
            <p:ph type="subTitle" idx="1"/>
          </p:nvPr>
        </p:nvSpPr>
        <p:spPr>
          <a:xfrm>
            <a:off x="2157274" y="3552568"/>
            <a:ext cx="7927759" cy="5152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spcAft>
                <a:spcPts val="1333"/>
              </a:spcAft>
            </a:pPr>
            <a:r>
              <a:rPr lang="en-IN" sz="2000" dirty="0"/>
              <a:t>U</a:t>
            </a:r>
            <a:r>
              <a:rPr lang="en" sz="2000" dirty="0"/>
              <a:t>sing python libraries such as : Pandas, Numpy,</a:t>
            </a:r>
            <a:r>
              <a:rPr lang="en-IN" sz="2000" dirty="0"/>
              <a:t> Matplotlib, Seaborn</a:t>
            </a:r>
            <a:endParaRPr sz="2000" dirty="0"/>
          </a:p>
        </p:txBody>
      </p:sp>
      <p:sp>
        <p:nvSpPr>
          <p:cNvPr id="214" name="Google Shape;214;p18"/>
          <p:cNvSpPr txBox="1"/>
          <p:nvPr/>
        </p:nvSpPr>
        <p:spPr>
          <a:xfrm>
            <a:off x="914800" y="655733"/>
            <a:ext cx="1991600" cy="19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" sz="96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1</a:t>
            </a:r>
            <a:endParaRPr sz="9600" b="1">
              <a:solidFill>
                <a:schemeClr val="dk1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6</a:t>
            </a:fld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7882A1-05B5-47D8-8D04-E515C53632E4}"/>
              </a:ext>
            </a:extLst>
          </p:cNvPr>
          <p:cNvSpPr txBox="1"/>
          <p:nvPr/>
        </p:nvSpPr>
        <p:spPr>
          <a:xfrm>
            <a:off x="3579114" y="934297"/>
            <a:ext cx="4659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Bahnschrift" panose="020B0502040204020203" pitchFamily="34" charset="0"/>
              </a:rPr>
              <a:t>Data Pre-Processing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EB7F40-0AEC-4B3C-AD6D-12E027033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516" y="3086052"/>
            <a:ext cx="2534004" cy="685896"/>
          </a:xfrm>
          <a:prstGeom prst="rect">
            <a:avLst/>
          </a:prstGeom>
        </p:spPr>
      </p:pic>
      <p:sp>
        <p:nvSpPr>
          <p:cNvPr id="4" name="Google Shape;411;p37">
            <a:extLst>
              <a:ext uri="{FF2B5EF4-FFF2-40B4-BE49-F238E27FC236}">
                <a16:creationId xmlns:a16="http://schemas.microsoft.com/office/drawing/2014/main" id="{4DEADF07-6445-493A-8B82-3BE960663F18}"/>
              </a:ext>
            </a:extLst>
          </p:cNvPr>
          <p:cNvSpPr txBox="1">
            <a:spLocks/>
          </p:cNvSpPr>
          <p:nvPr/>
        </p:nvSpPr>
        <p:spPr>
          <a:xfrm>
            <a:off x="1851700" y="1720668"/>
            <a:ext cx="8114191" cy="1057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unito"/>
              <a:buChar char="✗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✗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■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●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○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■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●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○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Nunito"/>
              <a:buChar char="■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>
              <a:buFont typeface="Nunito"/>
              <a:buNone/>
            </a:pPr>
            <a:endParaRPr lang="en-GB" dirty="0"/>
          </a:p>
          <a:p>
            <a:pPr marL="609585" indent="-491054">
              <a:spcBef>
                <a:spcPts val="1333"/>
              </a:spcBef>
              <a:buClr>
                <a:schemeClr val="bg1"/>
              </a:buClr>
            </a:pPr>
            <a:r>
              <a:rPr lang="en-GB" dirty="0"/>
              <a:t>We will remove all the duplicate rows from the data.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D72264-629F-49B8-A52C-A1011EE11BD7}"/>
              </a:ext>
            </a:extLst>
          </p:cNvPr>
          <p:cNvSpPr txBox="1"/>
          <p:nvPr/>
        </p:nvSpPr>
        <p:spPr>
          <a:xfrm>
            <a:off x="2396516" y="3973544"/>
            <a:ext cx="3294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( NO DUPLICATED DATA PRESENT)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7</a:t>
            </a:fld>
            <a:endParaRPr/>
          </a:p>
        </p:txBody>
      </p:sp>
      <p:sp>
        <p:nvSpPr>
          <p:cNvPr id="4" name="Google Shape;411;p37">
            <a:extLst>
              <a:ext uri="{FF2B5EF4-FFF2-40B4-BE49-F238E27FC236}">
                <a16:creationId xmlns:a16="http://schemas.microsoft.com/office/drawing/2014/main" id="{4DEADF07-6445-493A-8B82-3BE960663F18}"/>
              </a:ext>
            </a:extLst>
          </p:cNvPr>
          <p:cNvSpPr txBox="1">
            <a:spLocks/>
          </p:cNvSpPr>
          <p:nvPr/>
        </p:nvSpPr>
        <p:spPr>
          <a:xfrm>
            <a:off x="2244184" y="1189815"/>
            <a:ext cx="8074947" cy="924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unito"/>
              <a:buChar char="✗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✗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■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●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○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■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●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○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Nunito"/>
              <a:buChar char="■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>
              <a:buFont typeface="Nunito"/>
              <a:buNone/>
            </a:pPr>
            <a:endParaRPr lang="en-GB" dirty="0"/>
          </a:p>
          <a:p>
            <a:pPr marL="609585" indent="-491054">
              <a:spcBef>
                <a:spcPts val="1333"/>
              </a:spcBef>
              <a:buClr>
                <a:schemeClr val="bg1"/>
              </a:buClr>
            </a:pPr>
            <a:r>
              <a:rPr lang="en-GB" dirty="0"/>
              <a:t>We will remove all the rows having missing or null data.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D72264-629F-49B8-A52C-A1011EE11BD7}"/>
              </a:ext>
            </a:extLst>
          </p:cNvPr>
          <p:cNvSpPr txBox="1"/>
          <p:nvPr/>
        </p:nvSpPr>
        <p:spPr>
          <a:xfrm>
            <a:off x="2491596" y="5398532"/>
            <a:ext cx="3294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2 + 36 + 36 + 42 = 116 null values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41608E-A1E7-4B08-B494-0DF450488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474" y="2675122"/>
            <a:ext cx="3000794" cy="25911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0AFDBF-6D22-4F83-81DF-DD14B10DB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612" y="2666244"/>
            <a:ext cx="2598919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23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11;p37">
            <a:extLst>
              <a:ext uri="{FF2B5EF4-FFF2-40B4-BE49-F238E27FC236}">
                <a16:creationId xmlns:a16="http://schemas.microsoft.com/office/drawing/2014/main" id="{808F88BB-625D-45A3-82DC-A184AEAD11E4}"/>
              </a:ext>
            </a:extLst>
          </p:cNvPr>
          <p:cNvSpPr txBox="1">
            <a:spLocks/>
          </p:cNvSpPr>
          <p:nvPr/>
        </p:nvSpPr>
        <p:spPr>
          <a:xfrm>
            <a:off x="2038904" y="1342747"/>
            <a:ext cx="8126028" cy="4338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unito"/>
              <a:buChar char="✗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✗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■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●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○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■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●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○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Nunito"/>
              <a:buChar char="■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>
              <a:buFont typeface="Nunito"/>
              <a:buNone/>
            </a:pPr>
            <a:endParaRPr lang="en-GB" dirty="0"/>
          </a:p>
          <a:p>
            <a:pPr marL="609585" indent="-491054">
              <a:spcBef>
                <a:spcPts val="1333"/>
              </a:spcBef>
              <a:buClr>
                <a:schemeClr val="bg1"/>
              </a:buClr>
            </a:pPr>
            <a:r>
              <a:rPr lang="en-GB" dirty="0"/>
              <a:t>We will make Mileage, Engine , Power into purely float values by removing</a:t>
            </a:r>
          </a:p>
          <a:p>
            <a:pPr marL="575731" lvl="1" indent="0">
              <a:spcBef>
                <a:spcPts val="1333"/>
              </a:spcBef>
              <a:buClr>
                <a:schemeClr val="bg1"/>
              </a:buClr>
              <a:buNone/>
            </a:pPr>
            <a:r>
              <a:rPr lang="en-GB" dirty="0"/>
              <a:t>o	“Kmpl” from Mileage</a:t>
            </a:r>
          </a:p>
          <a:p>
            <a:pPr marL="575731" lvl="1" indent="0">
              <a:spcBef>
                <a:spcPts val="1333"/>
              </a:spcBef>
              <a:buClr>
                <a:schemeClr val="bg1"/>
              </a:buClr>
              <a:buNone/>
            </a:pPr>
            <a:r>
              <a:rPr lang="en-GB" dirty="0"/>
              <a:t>o	“CC” from Engine</a:t>
            </a:r>
          </a:p>
          <a:p>
            <a:pPr marL="575731" lvl="1" indent="0">
              <a:spcBef>
                <a:spcPts val="1333"/>
              </a:spcBef>
              <a:buClr>
                <a:schemeClr val="bg1"/>
              </a:buClr>
              <a:buNone/>
            </a:pPr>
            <a:r>
              <a:rPr lang="en-GB" dirty="0"/>
              <a:t>o	“bhp” from Power</a:t>
            </a:r>
          </a:p>
          <a:p>
            <a:pPr marL="609585" indent="-491054">
              <a:spcBef>
                <a:spcPts val="1333"/>
              </a:spcBef>
              <a:buClr>
                <a:schemeClr val="bg1"/>
              </a:buClr>
            </a:pPr>
            <a:r>
              <a:rPr lang="en-GB" dirty="0"/>
              <a:t>We will subtract 2000 from Year feature to make analysis simple</a:t>
            </a:r>
          </a:p>
          <a:p>
            <a:pPr marL="609585" indent="-491054">
              <a:spcBef>
                <a:spcPts val="1333"/>
              </a:spcBef>
              <a:buClr>
                <a:schemeClr val="bg1"/>
              </a:buClr>
            </a:pPr>
            <a:r>
              <a:rPr lang="en-GB" dirty="0"/>
              <a:t>We will split Name column into Brand and Model column</a:t>
            </a:r>
          </a:p>
        </p:txBody>
      </p:sp>
    </p:spTree>
    <p:extLst>
      <p:ext uri="{BB962C8B-B14F-4D97-AF65-F5344CB8AC3E}">
        <p14:creationId xmlns:p14="http://schemas.microsoft.com/office/powerpoint/2010/main" val="2641915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1C9BE5-920A-4BF4-AAF6-AE47C759C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349" y="866307"/>
            <a:ext cx="8203302" cy="14072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10F652-4D52-488D-A346-B6DA52835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815" y="2496218"/>
            <a:ext cx="4032304" cy="1302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12B566-5F45-403B-B8EE-628FC5475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4349" y="3826676"/>
            <a:ext cx="8203302" cy="1927734"/>
          </a:xfrm>
          <a:prstGeom prst="rect">
            <a:avLst/>
          </a:prstGeom>
        </p:spPr>
      </p:pic>
      <p:sp>
        <p:nvSpPr>
          <p:cNvPr id="20" name="Arrow: Bent-Up 19">
            <a:extLst>
              <a:ext uri="{FF2B5EF4-FFF2-40B4-BE49-F238E27FC236}">
                <a16:creationId xmlns:a16="http://schemas.microsoft.com/office/drawing/2014/main" id="{BE010A97-0CBE-4A64-BCAB-04210EECF049}"/>
              </a:ext>
            </a:extLst>
          </p:cNvPr>
          <p:cNvSpPr/>
          <p:nvPr/>
        </p:nvSpPr>
        <p:spPr>
          <a:xfrm rot="5400000">
            <a:off x="2978261" y="2367689"/>
            <a:ext cx="775024" cy="1032083"/>
          </a:xfrm>
          <a:prstGeom prst="bentUpArrow">
            <a:avLst>
              <a:gd name="adj1" fmla="val 24790"/>
              <a:gd name="adj2" fmla="val 28698"/>
              <a:gd name="adj3" fmla="val 301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Bent 22">
            <a:extLst>
              <a:ext uri="{FF2B5EF4-FFF2-40B4-BE49-F238E27FC236}">
                <a16:creationId xmlns:a16="http://schemas.microsoft.com/office/drawing/2014/main" id="{AB867589-CA61-4269-8393-75E5EB0228DF}"/>
              </a:ext>
            </a:extLst>
          </p:cNvPr>
          <p:cNvSpPr/>
          <p:nvPr/>
        </p:nvSpPr>
        <p:spPr>
          <a:xfrm rot="5400000">
            <a:off x="8567038" y="2703160"/>
            <a:ext cx="785496" cy="1273947"/>
          </a:xfrm>
          <a:prstGeom prst="bentArrow">
            <a:avLst>
              <a:gd name="adj1" fmla="val 23480"/>
              <a:gd name="adj2" fmla="val 25000"/>
              <a:gd name="adj3" fmla="val 34901"/>
              <a:gd name="adj4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661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A844B9-38C0-4EF3-B41E-D1EFF8A08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542" y="3011897"/>
            <a:ext cx="2550959" cy="282466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FB7A76-CC6F-475D-9C5D-A5C6AE889395}"/>
              </a:ext>
            </a:extLst>
          </p:cNvPr>
          <p:cNvCxnSpPr/>
          <p:nvPr/>
        </p:nvCxnSpPr>
        <p:spPr>
          <a:xfrm flipH="1">
            <a:off x="6421732" y="4687410"/>
            <a:ext cx="4378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8D36C3-B3FA-41AC-8356-54D39279A20C}"/>
              </a:ext>
            </a:extLst>
          </p:cNvPr>
          <p:cNvCxnSpPr>
            <a:cxnSpLocks/>
          </p:cNvCxnSpPr>
          <p:nvPr/>
        </p:nvCxnSpPr>
        <p:spPr>
          <a:xfrm flipH="1">
            <a:off x="6421732" y="4508455"/>
            <a:ext cx="4378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81761C3-310B-4B3A-A064-FAE4F66AFD13}"/>
              </a:ext>
            </a:extLst>
          </p:cNvPr>
          <p:cNvCxnSpPr/>
          <p:nvPr/>
        </p:nvCxnSpPr>
        <p:spPr>
          <a:xfrm flipH="1">
            <a:off x="6427596" y="4307150"/>
            <a:ext cx="4378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0FCD10A-2DFE-48CF-9236-4E7995B2D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518" y="1305032"/>
            <a:ext cx="3788777" cy="1112494"/>
          </a:xfrm>
          <a:prstGeom prst="rect">
            <a:avLst/>
          </a:prstGeom>
        </p:spPr>
      </p:pic>
      <p:sp>
        <p:nvSpPr>
          <p:cNvPr id="15" name="Arrow: Down 14">
            <a:extLst>
              <a:ext uri="{FF2B5EF4-FFF2-40B4-BE49-F238E27FC236}">
                <a16:creationId xmlns:a16="http://schemas.microsoft.com/office/drawing/2014/main" id="{021F49F4-0C12-475D-8534-00FBF5401DAE}"/>
              </a:ext>
            </a:extLst>
          </p:cNvPr>
          <p:cNvSpPr/>
          <p:nvPr/>
        </p:nvSpPr>
        <p:spPr>
          <a:xfrm>
            <a:off x="5107965" y="2585769"/>
            <a:ext cx="221941" cy="4261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364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11</a:t>
            </a:fld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10197992" y="5086532"/>
            <a:ext cx="1250129" cy="1113905"/>
          </a:xfrm>
          <a:custGeom>
            <a:avLst/>
            <a:gdLst/>
            <a:ahLst/>
            <a:cxnLst/>
            <a:rect l="l" t="t" r="r" b="b"/>
            <a:pathLst>
              <a:path w="444359" h="395938" extrusionOk="0">
                <a:moveTo>
                  <a:pt x="135136" y="205311"/>
                </a:moveTo>
                <a:lnTo>
                  <a:pt x="101482" y="200356"/>
                </a:lnTo>
                <a:cubicBezTo>
                  <a:pt x="92405" y="199041"/>
                  <a:pt x="88788" y="213642"/>
                  <a:pt x="98347" y="215046"/>
                </a:cubicBezTo>
                <a:lnTo>
                  <a:pt x="132067" y="220001"/>
                </a:lnTo>
                <a:cubicBezTo>
                  <a:pt x="141056" y="221316"/>
                  <a:pt x="144673" y="206714"/>
                  <a:pt x="135136" y="205311"/>
                </a:cubicBezTo>
                <a:close/>
                <a:moveTo>
                  <a:pt x="293388" y="291650"/>
                </a:moveTo>
                <a:cubicBezTo>
                  <a:pt x="292554" y="295482"/>
                  <a:pt x="294966" y="299271"/>
                  <a:pt x="298803" y="300115"/>
                </a:cubicBezTo>
                <a:cubicBezTo>
                  <a:pt x="298869" y="300130"/>
                  <a:pt x="298935" y="300144"/>
                  <a:pt x="299001" y="300157"/>
                </a:cubicBezTo>
                <a:cubicBezTo>
                  <a:pt x="299373" y="300157"/>
                  <a:pt x="300711" y="300157"/>
                  <a:pt x="300930" y="300551"/>
                </a:cubicBezTo>
                <a:cubicBezTo>
                  <a:pt x="299921" y="300222"/>
                  <a:pt x="299790" y="300201"/>
                  <a:pt x="300535" y="300551"/>
                </a:cubicBezTo>
                <a:cubicBezTo>
                  <a:pt x="301280" y="300902"/>
                  <a:pt x="301456" y="300924"/>
                  <a:pt x="302267" y="301297"/>
                </a:cubicBezTo>
                <a:lnTo>
                  <a:pt x="302377" y="301297"/>
                </a:lnTo>
                <a:cubicBezTo>
                  <a:pt x="309919" y="308335"/>
                  <a:pt x="320267" y="297416"/>
                  <a:pt x="313142" y="290335"/>
                </a:cubicBezTo>
                <a:cubicBezTo>
                  <a:pt x="307573" y="285621"/>
                  <a:pt x="295756" y="281894"/>
                  <a:pt x="293388" y="291650"/>
                </a:cubicBezTo>
                <a:close/>
                <a:moveTo>
                  <a:pt x="285999" y="274110"/>
                </a:moveTo>
                <a:cubicBezTo>
                  <a:pt x="269973" y="263589"/>
                  <a:pt x="253310" y="254069"/>
                  <a:pt x="236099" y="245608"/>
                </a:cubicBezTo>
                <a:cubicBezTo>
                  <a:pt x="227833" y="241530"/>
                  <a:pt x="220752" y="255014"/>
                  <a:pt x="229346" y="259180"/>
                </a:cubicBezTo>
                <a:cubicBezTo>
                  <a:pt x="245439" y="267053"/>
                  <a:pt x="261027" y="275919"/>
                  <a:pt x="276002" y="285730"/>
                </a:cubicBezTo>
                <a:cubicBezTo>
                  <a:pt x="283697" y="290576"/>
                  <a:pt x="293738" y="279109"/>
                  <a:pt x="285999" y="274023"/>
                </a:cubicBezTo>
                <a:close/>
                <a:moveTo>
                  <a:pt x="433354" y="1544"/>
                </a:moveTo>
                <a:cubicBezTo>
                  <a:pt x="431162" y="3057"/>
                  <a:pt x="428970" y="4482"/>
                  <a:pt x="426908" y="5929"/>
                </a:cubicBezTo>
                <a:cubicBezTo>
                  <a:pt x="425220" y="5833"/>
                  <a:pt x="423554" y="6381"/>
                  <a:pt x="422239" y="7464"/>
                </a:cubicBezTo>
                <a:cubicBezTo>
                  <a:pt x="417854" y="10840"/>
                  <a:pt x="413469" y="14261"/>
                  <a:pt x="408952" y="17659"/>
                </a:cubicBezTo>
                <a:cubicBezTo>
                  <a:pt x="315904" y="75803"/>
                  <a:pt x="209197" y="106563"/>
                  <a:pt x="111195" y="154928"/>
                </a:cubicBezTo>
                <a:cubicBezTo>
                  <a:pt x="93853" y="163501"/>
                  <a:pt x="76773" y="172622"/>
                  <a:pt x="60089" y="182400"/>
                </a:cubicBezTo>
                <a:cubicBezTo>
                  <a:pt x="42549" y="192748"/>
                  <a:pt x="25141" y="203184"/>
                  <a:pt x="5146" y="208249"/>
                </a:cubicBezTo>
                <a:cubicBezTo>
                  <a:pt x="-1804" y="210003"/>
                  <a:pt x="-1147" y="218532"/>
                  <a:pt x="3743" y="221404"/>
                </a:cubicBezTo>
                <a:cubicBezTo>
                  <a:pt x="4707" y="222430"/>
                  <a:pt x="5979" y="223140"/>
                  <a:pt x="7360" y="223443"/>
                </a:cubicBezTo>
                <a:cubicBezTo>
                  <a:pt x="52371" y="234230"/>
                  <a:pt x="97777" y="242999"/>
                  <a:pt x="143621" y="249752"/>
                </a:cubicBezTo>
                <a:lnTo>
                  <a:pt x="143117" y="384961"/>
                </a:lnTo>
                <a:cubicBezTo>
                  <a:pt x="142854" y="387829"/>
                  <a:pt x="144717" y="390464"/>
                  <a:pt x="147502" y="391166"/>
                </a:cubicBezTo>
                <a:cubicBezTo>
                  <a:pt x="148620" y="393251"/>
                  <a:pt x="150615" y="394717"/>
                  <a:pt x="152939" y="395156"/>
                </a:cubicBezTo>
                <a:cubicBezTo>
                  <a:pt x="155855" y="396721"/>
                  <a:pt x="159473" y="395875"/>
                  <a:pt x="161402" y="393183"/>
                </a:cubicBezTo>
                <a:cubicBezTo>
                  <a:pt x="187777" y="361278"/>
                  <a:pt x="215797" y="330777"/>
                  <a:pt x="245351" y="301801"/>
                </a:cubicBezTo>
                <a:cubicBezTo>
                  <a:pt x="266464" y="313914"/>
                  <a:pt x="286394" y="328001"/>
                  <a:pt x="304854" y="343874"/>
                </a:cubicBezTo>
                <a:cubicBezTo>
                  <a:pt x="316496" y="353850"/>
                  <a:pt x="331712" y="356854"/>
                  <a:pt x="343266" y="366413"/>
                </a:cubicBezTo>
                <a:cubicBezTo>
                  <a:pt x="346533" y="371170"/>
                  <a:pt x="355500" y="370798"/>
                  <a:pt x="356553" y="363519"/>
                </a:cubicBezTo>
                <a:cubicBezTo>
                  <a:pt x="373083" y="243175"/>
                  <a:pt x="405510" y="125528"/>
                  <a:pt x="443593" y="10753"/>
                </a:cubicBezTo>
                <a:cubicBezTo>
                  <a:pt x="446618" y="4679"/>
                  <a:pt x="440173" y="-3323"/>
                  <a:pt x="433354" y="1457"/>
                </a:cubicBezTo>
                <a:close/>
                <a:moveTo>
                  <a:pt x="144959" y="232695"/>
                </a:moveTo>
                <a:cubicBezTo>
                  <a:pt x="144345" y="233234"/>
                  <a:pt x="143819" y="233863"/>
                  <a:pt x="143380" y="234558"/>
                </a:cubicBezTo>
                <a:cubicBezTo>
                  <a:pt x="106218" y="229033"/>
                  <a:pt x="69319" y="222164"/>
                  <a:pt x="32639" y="213949"/>
                </a:cubicBezTo>
                <a:cubicBezTo>
                  <a:pt x="52744" y="204895"/>
                  <a:pt x="71358" y="192134"/>
                  <a:pt x="90652" y="181720"/>
                </a:cubicBezTo>
                <a:cubicBezTo>
                  <a:pt x="170610" y="138682"/>
                  <a:pt x="257497" y="110816"/>
                  <a:pt x="339320" y="71856"/>
                </a:cubicBezTo>
                <a:cubicBezTo>
                  <a:pt x="273370" y="123978"/>
                  <a:pt x="208584" y="177592"/>
                  <a:pt x="144959" y="232695"/>
                </a:cubicBezTo>
                <a:close/>
                <a:moveTo>
                  <a:pt x="157938" y="358827"/>
                </a:moveTo>
                <a:lnTo>
                  <a:pt x="158376" y="242429"/>
                </a:lnTo>
                <a:cubicBezTo>
                  <a:pt x="158376" y="241688"/>
                  <a:pt x="158267" y="240949"/>
                  <a:pt x="158070" y="240237"/>
                </a:cubicBezTo>
                <a:cubicBezTo>
                  <a:pt x="232788" y="175691"/>
                  <a:pt x="309152" y="113147"/>
                  <a:pt x="387181" y="52607"/>
                </a:cubicBezTo>
                <a:lnTo>
                  <a:pt x="297159" y="137213"/>
                </a:lnTo>
                <a:cubicBezTo>
                  <a:pt x="259098" y="172972"/>
                  <a:pt x="217024" y="207372"/>
                  <a:pt x="189531" y="252405"/>
                </a:cubicBezTo>
                <a:cubicBezTo>
                  <a:pt x="188216" y="254240"/>
                  <a:pt x="188018" y="256658"/>
                  <a:pt x="189049" y="258675"/>
                </a:cubicBezTo>
                <a:cubicBezTo>
                  <a:pt x="189356" y="259691"/>
                  <a:pt x="189882" y="260620"/>
                  <a:pt x="190605" y="261394"/>
                </a:cubicBezTo>
                <a:cubicBezTo>
                  <a:pt x="181222" y="294369"/>
                  <a:pt x="170325" y="326817"/>
                  <a:pt x="157938" y="358739"/>
                </a:cubicBezTo>
                <a:close/>
                <a:moveTo>
                  <a:pt x="174535" y="355801"/>
                </a:moveTo>
                <a:cubicBezTo>
                  <a:pt x="184927" y="328323"/>
                  <a:pt x="194267" y="300479"/>
                  <a:pt x="202533" y="272269"/>
                </a:cubicBezTo>
                <a:cubicBezTo>
                  <a:pt x="212223" y="280124"/>
                  <a:pt x="222396" y="287379"/>
                  <a:pt x="232964" y="293996"/>
                </a:cubicBezTo>
                <a:cubicBezTo>
                  <a:pt x="212749" y="313844"/>
                  <a:pt x="193281" y="334418"/>
                  <a:pt x="174535" y="355713"/>
                </a:cubicBezTo>
                <a:close/>
                <a:moveTo>
                  <a:pt x="344143" y="348807"/>
                </a:moveTo>
                <a:cubicBezTo>
                  <a:pt x="334847" y="343743"/>
                  <a:pt x="324608" y="340432"/>
                  <a:pt x="316255" y="333460"/>
                </a:cubicBezTo>
                <a:cubicBezTo>
                  <a:pt x="304394" y="323193"/>
                  <a:pt x="291962" y="313631"/>
                  <a:pt x="278983" y="304827"/>
                </a:cubicBezTo>
                <a:cubicBezTo>
                  <a:pt x="253946" y="288581"/>
                  <a:pt x="227351" y="274637"/>
                  <a:pt x="205273" y="254400"/>
                </a:cubicBezTo>
                <a:cubicBezTo>
                  <a:pt x="232701" y="211538"/>
                  <a:pt x="274533" y="178125"/>
                  <a:pt x="311212" y="143637"/>
                </a:cubicBezTo>
                <a:cubicBezTo>
                  <a:pt x="346993" y="110020"/>
                  <a:pt x="382796" y="76401"/>
                  <a:pt x="418643" y="42784"/>
                </a:cubicBezTo>
                <a:cubicBezTo>
                  <a:pt x="385098" y="142442"/>
                  <a:pt x="360170" y="244797"/>
                  <a:pt x="344143" y="348720"/>
                </a:cubicBezTo>
                <a:close/>
                <a:moveTo>
                  <a:pt x="55923" y="163172"/>
                </a:moveTo>
                <a:cubicBezTo>
                  <a:pt x="76620" y="147430"/>
                  <a:pt x="101087" y="137608"/>
                  <a:pt x="124481" y="126668"/>
                </a:cubicBezTo>
                <a:lnTo>
                  <a:pt x="197797" y="92378"/>
                </a:lnTo>
                <a:cubicBezTo>
                  <a:pt x="206238" y="88431"/>
                  <a:pt x="202379" y="74268"/>
                  <a:pt x="193412" y="78434"/>
                </a:cubicBezTo>
                <a:lnTo>
                  <a:pt x="116237" y="114478"/>
                </a:lnTo>
                <a:cubicBezTo>
                  <a:pt x="92954" y="125440"/>
                  <a:pt x="68661" y="135306"/>
                  <a:pt x="48052" y="150960"/>
                </a:cubicBezTo>
                <a:cubicBezTo>
                  <a:pt x="40532" y="156704"/>
                  <a:pt x="48096" y="169114"/>
                  <a:pt x="55923" y="163084"/>
                </a:cubicBezTo>
                <a:close/>
                <a:moveTo>
                  <a:pt x="41760" y="133684"/>
                </a:moveTo>
                <a:cubicBezTo>
                  <a:pt x="60198" y="122794"/>
                  <a:pt x="79119" y="112805"/>
                  <a:pt x="98479" y="103713"/>
                </a:cubicBezTo>
                <a:cubicBezTo>
                  <a:pt x="106919" y="99766"/>
                  <a:pt x="103061" y="85603"/>
                  <a:pt x="94094" y="89791"/>
                </a:cubicBezTo>
                <a:cubicBezTo>
                  <a:pt x="73528" y="99409"/>
                  <a:pt x="53467" y="109990"/>
                  <a:pt x="33889" y="121537"/>
                </a:cubicBezTo>
                <a:cubicBezTo>
                  <a:pt x="25689" y="126339"/>
                  <a:pt x="33341" y="138573"/>
                  <a:pt x="41760" y="1335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275DF4-D880-4382-8F40-8000EC04E7CB}"/>
              </a:ext>
            </a:extLst>
          </p:cNvPr>
          <p:cNvSpPr txBox="1"/>
          <p:nvPr/>
        </p:nvSpPr>
        <p:spPr>
          <a:xfrm>
            <a:off x="1660124" y="1030511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u="sng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Graphical Analysis</a:t>
            </a:r>
            <a:endParaRPr lang="en-IN" sz="3600" u="sng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FD58BD-8D39-41AB-A1CC-B0D03BD4964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734612" y="1541476"/>
            <a:ext cx="4131656" cy="37750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94845B-05A0-4F4D-96FA-739350242BED}"/>
              </a:ext>
            </a:extLst>
          </p:cNvPr>
          <p:cNvSpPr txBox="1"/>
          <p:nvPr/>
        </p:nvSpPr>
        <p:spPr>
          <a:xfrm>
            <a:off x="1474227" y="2255317"/>
            <a:ext cx="46785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Bahnschrift" panose="020B0502040204020203" pitchFamily="34" charset="0"/>
                <a:cs typeface="Aharoni" panose="02010803020104030203" pitchFamily="2" charset="-79"/>
              </a:rPr>
              <a:t>Though the curve is not perfectly linear, it can be seen that when the car is new (bought in recent years), it has a higher market value.</a:t>
            </a:r>
            <a:endParaRPr lang="en-IN" sz="2400" b="1" dirty="0">
              <a:solidFill>
                <a:schemeClr val="bg1"/>
              </a:solidFill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D53ACC-168D-4C7A-B42E-C04CF300B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612" y="5503979"/>
            <a:ext cx="4131656" cy="3235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12</a:t>
            </a:fld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10197992" y="5086532"/>
            <a:ext cx="1250129" cy="1113905"/>
          </a:xfrm>
          <a:custGeom>
            <a:avLst/>
            <a:gdLst/>
            <a:ahLst/>
            <a:cxnLst/>
            <a:rect l="l" t="t" r="r" b="b"/>
            <a:pathLst>
              <a:path w="444359" h="395938" extrusionOk="0">
                <a:moveTo>
                  <a:pt x="135136" y="205311"/>
                </a:moveTo>
                <a:lnTo>
                  <a:pt x="101482" y="200356"/>
                </a:lnTo>
                <a:cubicBezTo>
                  <a:pt x="92405" y="199041"/>
                  <a:pt x="88788" y="213642"/>
                  <a:pt x="98347" y="215046"/>
                </a:cubicBezTo>
                <a:lnTo>
                  <a:pt x="132067" y="220001"/>
                </a:lnTo>
                <a:cubicBezTo>
                  <a:pt x="141056" y="221316"/>
                  <a:pt x="144673" y="206714"/>
                  <a:pt x="135136" y="205311"/>
                </a:cubicBezTo>
                <a:close/>
                <a:moveTo>
                  <a:pt x="293388" y="291650"/>
                </a:moveTo>
                <a:cubicBezTo>
                  <a:pt x="292554" y="295482"/>
                  <a:pt x="294966" y="299271"/>
                  <a:pt x="298803" y="300115"/>
                </a:cubicBezTo>
                <a:cubicBezTo>
                  <a:pt x="298869" y="300130"/>
                  <a:pt x="298935" y="300144"/>
                  <a:pt x="299001" y="300157"/>
                </a:cubicBezTo>
                <a:cubicBezTo>
                  <a:pt x="299373" y="300157"/>
                  <a:pt x="300711" y="300157"/>
                  <a:pt x="300930" y="300551"/>
                </a:cubicBezTo>
                <a:cubicBezTo>
                  <a:pt x="299921" y="300222"/>
                  <a:pt x="299790" y="300201"/>
                  <a:pt x="300535" y="300551"/>
                </a:cubicBezTo>
                <a:cubicBezTo>
                  <a:pt x="301280" y="300902"/>
                  <a:pt x="301456" y="300924"/>
                  <a:pt x="302267" y="301297"/>
                </a:cubicBezTo>
                <a:lnTo>
                  <a:pt x="302377" y="301297"/>
                </a:lnTo>
                <a:cubicBezTo>
                  <a:pt x="309919" y="308335"/>
                  <a:pt x="320267" y="297416"/>
                  <a:pt x="313142" y="290335"/>
                </a:cubicBezTo>
                <a:cubicBezTo>
                  <a:pt x="307573" y="285621"/>
                  <a:pt x="295756" y="281894"/>
                  <a:pt x="293388" y="291650"/>
                </a:cubicBezTo>
                <a:close/>
                <a:moveTo>
                  <a:pt x="285999" y="274110"/>
                </a:moveTo>
                <a:cubicBezTo>
                  <a:pt x="269973" y="263589"/>
                  <a:pt x="253310" y="254069"/>
                  <a:pt x="236099" y="245608"/>
                </a:cubicBezTo>
                <a:cubicBezTo>
                  <a:pt x="227833" y="241530"/>
                  <a:pt x="220752" y="255014"/>
                  <a:pt x="229346" y="259180"/>
                </a:cubicBezTo>
                <a:cubicBezTo>
                  <a:pt x="245439" y="267053"/>
                  <a:pt x="261027" y="275919"/>
                  <a:pt x="276002" y="285730"/>
                </a:cubicBezTo>
                <a:cubicBezTo>
                  <a:pt x="283697" y="290576"/>
                  <a:pt x="293738" y="279109"/>
                  <a:pt x="285999" y="274023"/>
                </a:cubicBezTo>
                <a:close/>
                <a:moveTo>
                  <a:pt x="433354" y="1544"/>
                </a:moveTo>
                <a:cubicBezTo>
                  <a:pt x="431162" y="3057"/>
                  <a:pt x="428970" y="4482"/>
                  <a:pt x="426908" y="5929"/>
                </a:cubicBezTo>
                <a:cubicBezTo>
                  <a:pt x="425220" y="5833"/>
                  <a:pt x="423554" y="6381"/>
                  <a:pt x="422239" y="7464"/>
                </a:cubicBezTo>
                <a:cubicBezTo>
                  <a:pt x="417854" y="10840"/>
                  <a:pt x="413469" y="14261"/>
                  <a:pt x="408952" y="17659"/>
                </a:cubicBezTo>
                <a:cubicBezTo>
                  <a:pt x="315904" y="75803"/>
                  <a:pt x="209197" y="106563"/>
                  <a:pt x="111195" y="154928"/>
                </a:cubicBezTo>
                <a:cubicBezTo>
                  <a:pt x="93853" y="163501"/>
                  <a:pt x="76773" y="172622"/>
                  <a:pt x="60089" y="182400"/>
                </a:cubicBezTo>
                <a:cubicBezTo>
                  <a:pt x="42549" y="192748"/>
                  <a:pt x="25141" y="203184"/>
                  <a:pt x="5146" y="208249"/>
                </a:cubicBezTo>
                <a:cubicBezTo>
                  <a:pt x="-1804" y="210003"/>
                  <a:pt x="-1147" y="218532"/>
                  <a:pt x="3743" y="221404"/>
                </a:cubicBezTo>
                <a:cubicBezTo>
                  <a:pt x="4707" y="222430"/>
                  <a:pt x="5979" y="223140"/>
                  <a:pt x="7360" y="223443"/>
                </a:cubicBezTo>
                <a:cubicBezTo>
                  <a:pt x="52371" y="234230"/>
                  <a:pt x="97777" y="242999"/>
                  <a:pt x="143621" y="249752"/>
                </a:cubicBezTo>
                <a:lnTo>
                  <a:pt x="143117" y="384961"/>
                </a:lnTo>
                <a:cubicBezTo>
                  <a:pt x="142854" y="387829"/>
                  <a:pt x="144717" y="390464"/>
                  <a:pt x="147502" y="391166"/>
                </a:cubicBezTo>
                <a:cubicBezTo>
                  <a:pt x="148620" y="393251"/>
                  <a:pt x="150615" y="394717"/>
                  <a:pt x="152939" y="395156"/>
                </a:cubicBezTo>
                <a:cubicBezTo>
                  <a:pt x="155855" y="396721"/>
                  <a:pt x="159473" y="395875"/>
                  <a:pt x="161402" y="393183"/>
                </a:cubicBezTo>
                <a:cubicBezTo>
                  <a:pt x="187777" y="361278"/>
                  <a:pt x="215797" y="330777"/>
                  <a:pt x="245351" y="301801"/>
                </a:cubicBezTo>
                <a:cubicBezTo>
                  <a:pt x="266464" y="313914"/>
                  <a:pt x="286394" y="328001"/>
                  <a:pt x="304854" y="343874"/>
                </a:cubicBezTo>
                <a:cubicBezTo>
                  <a:pt x="316496" y="353850"/>
                  <a:pt x="331712" y="356854"/>
                  <a:pt x="343266" y="366413"/>
                </a:cubicBezTo>
                <a:cubicBezTo>
                  <a:pt x="346533" y="371170"/>
                  <a:pt x="355500" y="370798"/>
                  <a:pt x="356553" y="363519"/>
                </a:cubicBezTo>
                <a:cubicBezTo>
                  <a:pt x="373083" y="243175"/>
                  <a:pt x="405510" y="125528"/>
                  <a:pt x="443593" y="10753"/>
                </a:cubicBezTo>
                <a:cubicBezTo>
                  <a:pt x="446618" y="4679"/>
                  <a:pt x="440173" y="-3323"/>
                  <a:pt x="433354" y="1457"/>
                </a:cubicBezTo>
                <a:close/>
                <a:moveTo>
                  <a:pt x="144959" y="232695"/>
                </a:moveTo>
                <a:cubicBezTo>
                  <a:pt x="144345" y="233234"/>
                  <a:pt x="143819" y="233863"/>
                  <a:pt x="143380" y="234558"/>
                </a:cubicBezTo>
                <a:cubicBezTo>
                  <a:pt x="106218" y="229033"/>
                  <a:pt x="69319" y="222164"/>
                  <a:pt x="32639" y="213949"/>
                </a:cubicBezTo>
                <a:cubicBezTo>
                  <a:pt x="52744" y="204895"/>
                  <a:pt x="71358" y="192134"/>
                  <a:pt x="90652" y="181720"/>
                </a:cubicBezTo>
                <a:cubicBezTo>
                  <a:pt x="170610" y="138682"/>
                  <a:pt x="257497" y="110816"/>
                  <a:pt x="339320" y="71856"/>
                </a:cubicBezTo>
                <a:cubicBezTo>
                  <a:pt x="273370" y="123978"/>
                  <a:pt x="208584" y="177592"/>
                  <a:pt x="144959" y="232695"/>
                </a:cubicBezTo>
                <a:close/>
                <a:moveTo>
                  <a:pt x="157938" y="358827"/>
                </a:moveTo>
                <a:lnTo>
                  <a:pt x="158376" y="242429"/>
                </a:lnTo>
                <a:cubicBezTo>
                  <a:pt x="158376" y="241688"/>
                  <a:pt x="158267" y="240949"/>
                  <a:pt x="158070" y="240237"/>
                </a:cubicBezTo>
                <a:cubicBezTo>
                  <a:pt x="232788" y="175691"/>
                  <a:pt x="309152" y="113147"/>
                  <a:pt x="387181" y="52607"/>
                </a:cubicBezTo>
                <a:lnTo>
                  <a:pt x="297159" y="137213"/>
                </a:lnTo>
                <a:cubicBezTo>
                  <a:pt x="259098" y="172972"/>
                  <a:pt x="217024" y="207372"/>
                  <a:pt x="189531" y="252405"/>
                </a:cubicBezTo>
                <a:cubicBezTo>
                  <a:pt x="188216" y="254240"/>
                  <a:pt x="188018" y="256658"/>
                  <a:pt x="189049" y="258675"/>
                </a:cubicBezTo>
                <a:cubicBezTo>
                  <a:pt x="189356" y="259691"/>
                  <a:pt x="189882" y="260620"/>
                  <a:pt x="190605" y="261394"/>
                </a:cubicBezTo>
                <a:cubicBezTo>
                  <a:pt x="181222" y="294369"/>
                  <a:pt x="170325" y="326817"/>
                  <a:pt x="157938" y="358739"/>
                </a:cubicBezTo>
                <a:close/>
                <a:moveTo>
                  <a:pt x="174535" y="355801"/>
                </a:moveTo>
                <a:cubicBezTo>
                  <a:pt x="184927" y="328323"/>
                  <a:pt x="194267" y="300479"/>
                  <a:pt x="202533" y="272269"/>
                </a:cubicBezTo>
                <a:cubicBezTo>
                  <a:pt x="212223" y="280124"/>
                  <a:pt x="222396" y="287379"/>
                  <a:pt x="232964" y="293996"/>
                </a:cubicBezTo>
                <a:cubicBezTo>
                  <a:pt x="212749" y="313844"/>
                  <a:pt x="193281" y="334418"/>
                  <a:pt x="174535" y="355713"/>
                </a:cubicBezTo>
                <a:close/>
                <a:moveTo>
                  <a:pt x="344143" y="348807"/>
                </a:moveTo>
                <a:cubicBezTo>
                  <a:pt x="334847" y="343743"/>
                  <a:pt x="324608" y="340432"/>
                  <a:pt x="316255" y="333460"/>
                </a:cubicBezTo>
                <a:cubicBezTo>
                  <a:pt x="304394" y="323193"/>
                  <a:pt x="291962" y="313631"/>
                  <a:pt x="278983" y="304827"/>
                </a:cubicBezTo>
                <a:cubicBezTo>
                  <a:pt x="253946" y="288581"/>
                  <a:pt x="227351" y="274637"/>
                  <a:pt x="205273" y="254400"/>
                </a:cubicBezTo>
                <a:cubicBezTo>
                  <a:pt x="232701" y="211538"/>
                  <a:pt x="274533" y="178125"/>
                  <a:pt x="311212" y="143637"/>
                </a:cubicBezTo>
                <a:cubicBezTo>
                  <a:pt x="346993" y="110020"/>
                  <a:pt x="382796" y="76401"/>
                  <a:pt x="418643" y="42784"/>
                </a:cubicBezTo>
                <a:cubicBezTo>
                  <a:pt x="385098" y="142442"/>
                  <a:pt x="360170" y="244797"/>
                  <a:pt x="344143" y="348720"/>
                </a:cubicBezTo>
                <a:close/>
                <a:moveTo>
                  <a:pt x="55923" y="163172"/>
                </a:moveTo>
                <a:cubicBezTo>
                  <a:pt x="76620" y="147430"/>
                  <a:pt x="101087" y="137608"/>
                  <a:pt x="124481" y="126668"/>
                </a:cubicBezTo>
                <a:lnTo>
                  <a:pt x="197797" y="92378"/>
                </a:lnTo>
                <a:cubicBezTo>
                  <a:pt x="206238" y="88431"/>
                  <a:pt x="202379" y="74268"/>
                  <a:pt x="193412" y="78434"/>
                </a:cubicBezTo>
                <a:lnTo>
                  <a:pt x="116237" y="114478"/>
                </a:lnTo>
                <a:cubicBezTo>
                  <a:pt x="92954" y="125440"/>
                  <a:pt x="68661" y="135306"/>
                  <a:pt x="48052" y="150960"/>
                </a:cubicBezTo>
                <a:cubicBezTo>
                  <a:pt x="40532" y="156704"/>
                  <a:pt x="48096" y="169114"/>
                  <a:pt x="55923" y="163084"/>
                </a:cubicBezTo>
                <a:close/>
                <a:moveTo>
                  <a:pt x="41760" y="133684"/>
                </a:moveTo>
                <a:cubicBezTo>
                  <a:pt x="60198" y="122794"/>
                  <a:pt x="79119" y="112805"/>
                  <a:pt x="98479" y="103713"/>
                </a:cubicBezTo>
                <a:cubicBezTo>
                  <a:pt x="106919" y="99766"/>
                  <a:pt x="103061" y="85603"/>
                  <a:pt x="94094" y="89791"/>
                </a:cubicBezTo>
                <a:cubicBezTo>
                  <a:pt x="73528" y="99409"/>
                  <a:pt x="53467" y="109990"/>
                  <a:pt x="33889" y="121537"/>
                </a:cubicBezTo>
                <a:cubicBezTo>
                  <a:pt x="25689" y="126339"/>
                  <a:pt x="33341" y="138573"/>
                  <a:pt x="41760" y="1335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94845B-05A0-4F4D-96FA-739350242BED}"/>
              </a:ext>
            </a:extLst>
          </p:cNvPr>
          <p:cNvSpPr txBox="1"/>
          <p:nvPr/>
        </p:nvSpPr>
        <p:spPr>
          <a:xfrm>
            <a:off x="1379595" y="1417134"/>
            <a:ext cx="4678532" cy="422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above graph clearly states the fact that diesel cars are more preferred than petrol cars. Thus, price of used cars follows the order: diesel&gt;petrol&gt;CNG&gt;LPG .</a:t>
            </a:r>
            <a:br>
              <a:rPr lang="en-IN" sz="1800" b="1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might be because:</a:t>
            </a:r>
            <a:endParaRPr lang="en-IN" sz="1800" dirty="0">
              <a:solidFill>
                <a:schemeClr val="bg1"/>
              </a:solidFill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Clr>
                <a:schemeClr val="bg1"/>
              </a:buClr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IN" sz="1800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Petrol and Diesel have high engine capacity.</a:t>
            </a:r>
            <a:endParaRPr lang="en-IN" sz="1800" dirty="0">
              <a:solidFill>
                <a:schemeClr val="bg1"/>
              </a:solidFill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Clr>
                <a:schemeClr val="bg1"/>
              </a:buClr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IN" sz="1800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Though CNG and LPG gives higher mileage, they are not safer and require high maintenance.</a:t>
            </a:r>
            <a:endParaRPr lang="en-IN" sz="1800" dirty="0">
              <a:solidFill>
                <a:schemeClr val="bg1"/>
              </a:solidFill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Clr>
                <a:schemeClr val="bg1"/>
              </a:buClr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IN" sz="1800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Cost of petrol is high and diesel index is little complex and thus a little costlier than petrol engine.</a:t>
            </a:r>
            <a:endParaRPr lang="en-IN" sz="1800" dirty="0">
              <a:solidFill>
                <a:schemeClr val="bg1"/>
              </a:solidFill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E07EEB-FD9E-480F-9493-BD4AF73078B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769176" y="1669002"/>
            <a:ext cx="3644331" cy="34425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3B7522-7914-4C83-AE66-230A316D12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9176" y="5331325"/>
            <a:ext cx="3644331" cy="29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033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13</a:t>
            </a:fld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10197992" y="5086532"/>
            <a:ext cx="1250129" cy="1113905"/>
          </a:xfrm>
          <a:custGeom>
            <a:avLst/>
            <a:gdLst/>
            <a:ahLst/>
            <a:cxnLst/>
            <a:rect l="l" t="t" r="r" b="b"/>
            <a:pathLst>
              <a:path w="444359" h="395938" extrusionOk="0">
                <a:moveTo>
                  <a:pt x="135136" y="205311"/>
                </a:moveTo>
                <a:lnTo>
                  <a:pt x="101482" y="200356"/>
                </a:lnTo>
                <a:cubicBezTo>
                  <a:pt x="92405" y="199041"/>
                  <a:pt x="88788" y="213642"/>
                  <a:pt x="98347" y="215046"/>
                </a:cubicBezTo>
                <a:lnTo>
                  <a:pt x="132067" y="220001"/>
                </a:lnTo>
                <a:cubicBezTo>
                  <a:pt x="141056" y="221316"/>
                  <a:pt x="144673" y="206714"/>
                  <a:pt x="135136" y="205311"/>
                </a:cubicBezTo>
                <a:close/>
                <a:moveTo>
                  <a:pt x="293388" y="291650"/>
                </a:moveTo>
                <a:cubicBezTo>
                  <a:pt x="292554" y="295482"/>
                  <a:pt x="294966" y="299271"/>
                  <a:pt x="298803" y="300115"/>
                </a:cubicBezTo>
                <a:cubicBezTo>
                  <a:pt x="298869" y="300130"/>
                  <a:pt x="298935" y="300144"/>
                  <a:pt x="299001" y="300157"/>
                </a:cubicBezTo>
                <a:cubicBezTo>
                  <a:pt x="299373" y="300157"/>
                  <a:pt x="300711" y="300157"/>
                  <a:pt x="300930" y="300551"/>
                </a:cubicBezTo>
                <a:cubicBezTo>
                  <a:pt x="299921" y="300222"/>
                  <a:pt x="299790" y="300201"/>
                  <a:pt x="300535" y="300551"/>
                </a:cubicBezTo>
                <a:cubicBezTo>
                  <a:pt x="301280" y="300902"/>
                  <a:pt x="301456" y="300924"/>
                  <a:pt x="302267" y="301297"/>
                </a:cubicBezTo>
                <a:lnTo>
                  <a:pt x="302377" y="301297"/>
                </a:lnTo>
                <a:cubicBezTo>
                  <a:pt x="309919" y="308335"/>
                  <a:pt x="320267" y="297416"/>
                  <a:pt x="313142" y="290335"/>
                </a:cubicBezTo>
                <a:cubicBezTo>
                  <a:pt x="307573" y="285621"/>
                  <a:pt x="295756" y="281894"/>
                  <a:pt x="293388" y="291650"/>
                </a:cubicBezTo>
                <a:close/>
                <a:moveTo>
                  <a:pt x="285999" y="274110"/>
                </a:moveTo>
                <a:cubicBezTo>
                  <a:pt x="269973" y="263589"/>
                  <a:pt x="253310" y="254069"/>
                  <a:pt x="236099" y="245608"/>
                </a:cubicBezTo>
                <a:cubicBezTo>
                  <a:pt x="227833" y="241530"/>
                  <a:pt x="220752" y="255014"/>
                  <a:pt x="229346" y="259180"/>
                </a:cubicBezTo>
                <a:cubicBezTo>
                  <a:pt x="245439" y="267053"/>
                  <a:pt x="261027" y="275919"/>
                  <a:pt x="276002" y="285730"/>
                </a:cubicBezTo>
                <a:cubicBezTo>
                  <a:pt x="283697" y="290576"/>
                  <a:pt x="293738" y="279109"/>
                  <a:pt x="285999" y="274023"/>
                </a:cubicBezTo>
                <a:close/>
                <a:moveTo>
                  <a:pt x="433354" y="1544"/>
                </a:moveTo>
                <a:cubicBezTo>
                  <a:pt x="431162" y="3057"/>
                  <a:pt x="428970" y="4482"/>
                  <a:pt x="426908" y="5929"/>
                </a:cubicBezTo>
                <a:cubicBezTo>
                  <a:pt x="425220" y="5833"/>
                  <a:pt x="423554" y="6381"/>
                  <a:pt x="422239" y="7464"/>
                </a:cubicBezTo>
                <a:cubicBezTo>
                  <a:pt x="417854" y="10840"/>
                  <a:pt x="413469" y="14261"/>
                  <a:pt x="408952" y="17659"/>
                </a:cubicBezTo>
                <a:cubicBezTo>
                  <a:pt x="315904" y="75803"/>
                  <a:pt x="209197" y="106563"/>
                  <a:pt x="111195" y="154928"/>
                </a:cubicBezTo>
                <a:cubicBezTo>
                  <a:pt x="93853" y="163501"/>
                  <a:pt x="76773" y="172622"/>
                  <a:pt x="60089" y="182400"/>
                </a:cubicBezTo>
                <a:cubicBezTo>
                  <a:pt x="42549" y="192748"/>
                  <a:pt x="25141" y="203184"/>
                  <a:pt x="5146" y="208249"/>
                </a:cubicBezTo>
                <a:cubicBezTo>
                  <a:pt x="-1804" y="210003"/>
                  <a:pt x="-1147" y="218532"/>
                  <a:pt x="3743" y="221404"/>
                </a:cubicBezTo>
                <a:cubicBezTo>
                  <a:pt x="4707" y="222430"/>
                  <a:pt x="5979" y="223140"/>
                  <a:pt x="7360" y="223443"/>
                </a:cubicBezTo>
                <a:cubicBezTo>
                  <a:pt x="52371" y="234230"/>
                  <a:pt x="97777" y="242999"/>
                  <a:pt x="143621" y="249752"/>
                </a:cubicBezTo>
                <a:lnTo>
                  <a:pt x="143117" y="384961"/>
                </a:lnTo>
                <a:cubicBezTo>
                  <a:pt x="142854" y="387829"/>
                  <a:pt x="144717" y="390464"/>
                  <a:pt x="147502" y="391166"/>
                </a:cubicBezTo>
                <a:cubicBezTo>
                  <a:pt x="148620" y="393251"/>
                  <a:pt x="150615" y="394717"/>
                  <a:pt x="152939" y="395156"/>
                </a:cubicBezTo>
                <a:cubicBezTo>
                  <a:pt x="155855" y="396721"/>
                  <a:pt x="159473" y="395875"/>
                  <a:pt x="161402" y="393183"/>
                </a:cubicBezTo>
                <a:cubicBezTo>
                  <a:pt x="187777" y="361278"/>
                  <a:pt x="215797" y="330777"/>
                  <a:pt x="245351" y="301801"/>
                </a:cubicBezTo>
                <a:cubicBezTo>
                  <a:pt x="266464" y="313914"/>
                  <a:pt x="286394" y="328001"/>
                  <a:pt x="304854" y="343874"/>
                </a:cubicBezTo>
                <a:cubicBezTo>
                  <a:pt x="316496" y="353850"/>
                  <a:pt x="331712" y="356854"/>
                  <a:pt x="343266" y="366413"/>
                </a:cubicBezTo>
                <a:cubicBezTo>
                  <a:pt x="346533" y="371170"/>
                  <a:pt x="355500" y="370798"/>
                  <a:pt x="356553" y="363519"/>
                </a:cubicBezTo>
                <a:cubicBezTo>
                  <a:pt x="373083" y="243175"/>
                  <a:pt x="405510" y="125528"/>
                  <a:pt x="443593" y="10753"/>
                </a:cubicBezTo>
                <a:cubicBezTo>
                  <a:pt x="446618" y="4679"/>
                  <a:pt x="440173" y="-3323"/>
                  <a:pt x="433354" y="1457"/>
                </a:cubicBezTo>
                <a:close/>
                <a:moveTo>
                  <a:pt x="144959" y="232695"/>
                </a:moveTo>
                <a:cubicBezTo>
                  <a:pt x="144345" y="233234"/>
                  <a:pt x="143819" y="233863"/>
                  <a:pt x="143380" y="234558"/>
                </a:cubicBezTo>
                <a:cubicBezTo>
                  <a:pt x="106218" y="229033"/>
                  <a:pt x="69319" y="222164"/>
                  <a:pt x="32639" y="213949"/>
                </a:cubicBezTo>
                <a:cubicBezTo>
                  <a:pt x="52744" y="204895"/>
                  <a:pt x="71358" y="192134"/>
                  <a:pt x="90652" y="181720"/>
                </a:cubicBezTo>
                <a:cubicBezTo>
                  <a:pt x="170610" y="138682"/>
                  <a:pt x="257497" y="110816"/>
                  <a:pt x="339320" y="71856"/>
                </a:cubicBezTo>
                <a:cubicBezTo>
                  <a:pt x="273370" y="123978"/>
                  <a:pt x="208584" y="177592"/>
                  <a:pt x="144959" y="232695"/>
                </a:cubicBezTo>
                <a:close/>
                <a:moveTo>
                  <a:pt x="157938" y="358827"/>
                </a:moveTo>
                <a:lnTo>
                  <a:pt x="158376" y="242429"/>
                </a:lnTo>
                <a:cubicBezTo>
                  <a:pt x="158376" y="241688"/>
                  <a:pt x="158267" y="240949"/>
                  <a:pt x="158070" y="240237"/>
                </a:cubicBezTo>
                <a:cubicBezTo>
                  <a:pt x="232788" y="175691"/>
                  <a:pt x="309152" y="113147"/>
                  <a:pt x="387181" y="52607"/>
                </a:cubicBezTo>
                <a:lnTo>
                  <a:pt x="297159" y="137213"/>
                </a:lnTo>
                <a:cubicBezTo>
                  <a:pt x="259098" y="172972"/>
                  <a:pt x="217024" y="207372"/>
                  <a:pt x="189531" y="252405"/>
                </a:cubicBezTo>
                <a:cubicBezTo>
                  <a:pt x="188216" y="254240"/>
                  <a:pt x="188018" y="256658"/>
                  <a:pt x="189049" y="258675"/>
                </a:cubicBezTo>
                <a:cubicBezTo>
                  <a:pt x="189356" y="259691"/>
                  <a:pt x="189882" y="260620"/>
                  <a:pt x="190605" y="261394"/>
                </a:cubicBezTo>
                <a:cubicBezTo>
                  <a:pt x="181222" y="294369"/>
                  <a:pt x="170325" y="326817"/>
                  <a:pt x="157938" y="358739"/>
                </a:cubicBezTo>
                <a:close/>
                <a:moveTo>
                  <a:pt x="174535" y="355801"/>
                </a:moveTo>
                <a:cubicBezTo>
                  <a:pt x="184927" y="328323"/>
                  <a:pt x="194267" y="300479"/>
                  <a:pt x="202533" y="272269"/>
                </a:cubicBezTo>
                <a:cubicBezTo>
                  <a:pt x="212223" y="280124"/>
                  <a:pt x="222396" y="287379"/>
                  <a:pt x="232964" y="293996"/>
                </a:cubicBezTo>
                <a:cubicBezTo>
                  <a:pt x="212749" y="313844"/>
                  <a:pt x="193281" y="334418"/>
                  <a:pt x="174535" y="355713"/>
                </a:cubicBezTo>
                <a:close/>
                <a:moveTo>
                  <a:pt x="344143" y="348807"/>
                </a:moveTo>
                <a:cubicBezTo>
                  <a:pt x="334847" y="343743"/>
                  <a:pt x="324608" y="340432"/>
                  <a:pt x="316255" y="333460"/>
                </a:cubicBezTo>
                <a:cubicBezTo>
                  <a:pt x="304394" y="323193"/>
                  <a:pt x="291962" y="313631"/>
                  <a:pt x="278983" y="304827"/>
                </a:cubicBezTo>
                <a:cubicBezTo>
                  <a:pt x="253946" y="288581"/>
                  <a:pt x="227351" y="274637"/>
                  <a:pt x="205273" y="254400"/>
                </a:cubicBezTo>
                <a:cubicBezTo>
                  <a:pt x="232701" y="211538"/>
                  <a:pt x="274533" y="178125"/>
                  <a:pt x="311212" y="143637"/>
                </a:cubicBezTo>
                <a:cubicBezTo>
                  <a:pt x="346993" y="110020"/>
                  <a:pt x="382796" y="76401"/>
                  <a:pt x="418643" y="42784"/>
                </a:cubicBezTo>
                <a:cubicBezTo>
                  <a:pt x="385098" y="142442"/>
                  <a:pt x="360170" y="244797"/>
                  <a:pt x="344143" y="348720"/>
                </a:cubicBezTo>
                <a:close/>
                <a:moveTo>
                  <a:pt x="55923" y="163172"/>
                </a:moveTo>
                <a:cubicBezTo>
                  <a:pt x="76620" y="147430"/>
                  <a:pt x="101087" y="137608"/>
                  <a:pt x="124481" y="126668"/>
                </a:cubicBezTo>
                <a:lnTo>
                  <a:pt x="197797" y="92378"/>
                </a:lnTo>
                <a:cubicBezTo>
                  <a:pt x="206238" y="88431"/>
                  <a:pt x="202379" y="74268"/>
                  <a:pt x="193412" y="78434"/>
                </a:cubicBezTo>
                <a:lnTo>
                  <a:pt x="116237" y="114478"/>
                </a:lnTo>
                <a:cubicBezTo>
                  <a:pt x="92954" y="125440"/>
                  <a:pt x="68661" y="135306"/>
                  <a:pt x="48052" y="150960"/>
                </a:cubicBezTo>
                <a:cubicBezTo>
                  <a:pt x="40532" y="156704"/>
                  <a:pt x="48096" y="169114"/>
                  <a:pt x="55923" y="163084"/>
                </a:cubicBezTo>
                <a:close/>
                <a:moveTo>
                  <a:pt x="41760" y="133684"/>
                </a:moveTo>
                <a:cubicBezTo>
                  <a:pt x="60198" y="122794"/>
                  <a:pt x="79119" y="112805"/>
                  <a:pt x="98479" y="103713"/>
                </a:cubicBezTo>
                <a:cubicBezTo>
                  <a:pt x="106919" y="99766"/>
                  <a:pt x="103061" y="85603"/>
                  <a:pt x="94094" y="89791"/>
                </a:cubicBezTo>
                <a:cubicBezTo>
                  <a:pt x="73528" y="99409"/>
                  <a:pt x="53467" y="109990"/>
                  <a:pt x="33889" y="121537"/>
                </a:cubicBezTo>
                <a:cubicBezTo>
                  <a:pt x="25689" y="126339"/>
                  <a:pt x="33341" y="138573"/>
                  <a:pt x="41760" y="1335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28A1CD-63B5-4B90-A307-404B3AD94E7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415078" y="1485340"/>
            <a:ext cx="3711893" cy="33129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131862-5BAB-4A72-A3C5-F2E18FAA007D}"/>
              </a:ext>
            </a:extLst>
          </p:cNvPr>
          <p:cNvSpPr txBox="1"/>
          <p:nvPr/>
        </p:nvSpPr>
        <p:spPr>
          <a:xfrm>
            <a:off x="6319997" y="5329827"/>
            <a:ext cx="384801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Price of automated transmission is higher than manual, again for obvious reasons</a:t>
            </a:r>
            <a:endParaRPr lang="en-IN" sz="16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78A83B-7006-4CCC-B844-D1E94344D3C1}"/>
              </a:ext>
            </a:extLst>
          </p:cNvPr>
          <p:cNvPicPr/>
          <p:nvPr/>
        </p:nvPicPr>
        <p:blipFill rotWithShape="1">
          <a:blip r:embed="rId4"/>
          <a:srcRect l="13734" r="15737" b="5305"/>
          <a:stretch/>
        </p:blipFill>
        <p:spPr>
          <a:xfrm>
            <a:off x="1631460" y="1103602"/>
            <a:ext cx="3487494" cy="33129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25CDE9-E38D-4AAC-A1C8-33239F46BB33}"/>
              </a:ext>
            </a:extLst>
          </p:cNvPr>
          <p:cNvSpPr txBox="1"/>
          <p:nvPr/>
        </p:nvSpPr>
        <p:spPr>
          <a:xfrm>
            <a:off x="1479109" y="5329827"/>
            <a:ext cx="3962904" cy="1003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b="1" dirty="0">
                <a:solidFill>
                  <a:schemeClr val="bg1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clearly, new car is having higher price than second hand car</a:t>
            </a:r>
            <a:endParaRPr lang="en-IN" sz="16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b="1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A20808-831E-475F-B9F6-565E2B302F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9317" y="4798314"/>
            <a:ext cx="3962904" cy="4752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291B21-60B5-434C-9840-D585AED56C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0017" y="5035951"/>
            <a:ext cx="4332666" cy="27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996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14</a:t>
            </a:fld>
            <a:endParaRPr/>
          </a:p>
        </p:txBody>
      </p:sp>
      <p:sp>
        <p:nvSpPr>
          <p:cNvPr id="258" name="Google Shape;258;p23"/>
          <p:cNvSpPr/>
          <p:nvPr/>
        </p:nvSpPr>
        <p:spPr>
          <a:xfrm rot="864908">
            <a:off x="10526017" y="5004449"/>
            <a:ext cx="1051936" cy="1331921"/>
          </a:xfrm>
          <a:custGeom>
            <a:avLst/>
            <a:gdLst/>
            <a:ahLst/>
            <a:cxnLst/>
            <a:rect l="l" t="t" r="r" b="b"/>
            <a:pathLst>
              <a:path w="374107" h="473680" extrusionOk="0">
                <a:moveTo>
                  <a:pt x="176658" y="66970"/>
                </a:moveTo>
                <a:cubicBezTo>
                  <a:pt x="153572" y="67387"/>
                  <a:pt x="129367" y="75192"/>
                  <a:pt x="123381" y="100186"/>
                </a:cubicBezTo>
                <a:cubicBezTo>
                  <a:pt x="121189" y="109526"/>
                  <a:pt x="136185" y="110644"/>
                  <a:pt x="138312" y="101743"/>
                </a:cubicBezTo>
                <a:cubicBezTo>
                  <a:pt x="142170" y="85650"/>
                  <a:pt x="160236" y="81660"/>
                  <a:pt x="174400" y="81397"/>
                </a:cubicBezTo>
                <a:cubicBezTo>
                  <a:pt x="183652" y="81221"/>
                  <a:pt x="186458" y="66795"/>
                  <a:pt x="176658" y="66970"/>
                </a:cubicBezTo>
                <a:close/>
                <a:moveTo>
                  <a:pt x="82580" y="302418"/>
                </a:moveTo>
                <a:cubicBezTo>
                  <a:pt x="67276" y="334412"/>
                  <a:pt x="51513" y="366168"/>
                  <a:pt x="35288" y="397680"/>
                </a:cubicBezTo>
                <a:cubicBezTo>
                  <a:pt x="30903" y="406450"/>
                  <a:pt x="44935" y="411054"/>
                  <a:pt x="49167" y="402832"/>
                </a:cubicBezTo>
                <a:cubicBezTo>
                  <a:pt x="65390" y="371320"/>
                  <a:pt x="81155" y="339573"/>
                  <a:pt x="96458" y="307592"/>
                </a:cubicBezTo>
                <a:cubicBezTo>
                  <a:pt x="100689" y="298778"/>
                  <a:pt x="86592" y="294130"/>
                  <a:pt x="82580" y="302418"/>
                </a:cubicBezTo>
                <a:close/>
                <a:moveTo>
                  <a:pt x="245501" y="19218"/>
                </a:moveTo>
                <a:cubicBezTo>
                  <a:pt x="245369" y="19161"/>
                  <a:pt x="245238" y="19118"/>
                  <a:pt x="245085" y="19087"/>
                </a:cubicBezTo>
                <a:cubicBezTo>
                  <a:pt x="245085" y="16399"/>
                  <a:pt x="243549" y="13943"/>
                  <a:pt x="241138" y="12773"/>
                </a:cubicBezTo>
                <a:cubicBezTo>
                  <a:pt x="166156" y="-26692"/>
                  <a:pt x="69008" y="30444"/>
                  <a:pt x="51381" y="113626"/>
                </a:cubicBezTo>
                <a:cubicBezTo>
                  <a:pt x="42304" y="163022"/>
                  <a:pt x="74380" y="208230"/>
                  <a:pt x="111038" y="236951"/>
                </a:cubicBezTo>
                <a:lnTo>
                  <a:pt x="97883" y="263699"/>
                </a:lnTo>
                <a:cubicBezTo>
                  <a:pt x="94836" y="262449"/>
                  <a:pt x="91021" y="259797"/>
                  <a:pt x="87819" y="261266"/>
                </a:cubicBezTo>
                <a:cubicBezTo>
                  <a:pt x="84136" y="260213"/>
                  <a:pt x="80211" y="261805"/>
                  <a:pt x="78304" y="265124"/>
                </a:cubicBezTo>
                <a:cubicBezTo>
                  <a:pt x="50109" y="316165"/>
                  <a:pt x="22046" y="367424"/>
                  <a:pt x="2117" y="422367"/>
                </a:cubicBezTo>
                <a:cubicBezTo>
                  <a:pt x="78" y="424297"/>
                  <a:pt x="-558" y="427291"/>
                  <a:pt x="516" y="429887"/>
                </a:cubicBezTo>
                <a:cubicBezTo>
                  <a:pt x="9724" y="453233"/>
                  <a:pt x="31188" y="469492"/>
                  <a:pt x="56160" y="472048"/>
                </a:cubicBezTo>
                <a:cubicBezTo>
                  <a:pt x="58068" y="472278"/>
                  <a:pt x="59975" y="471759"/>
                  <a:pt x="61510" y="470601"/>
                </a:cubicBezTo>
                <a:cubicBezTo>
                  <a:pt x="64229" y="474085"/>
                  <a:pt x="69249" y="474705"/>
                  <a:pt x="72735" y="471985"/>
                </a:cubicBezTo>
                <a:cubicBezTo>
                  <a:pt x="73678" y="471255"/>
                  <a:pt x="74446" y="470325"/>
                  <a:pt x="74972" y="469264"/>
                </a:cubicBezTo>
                <a:cubicBezTo>
                  <a:pt x="101413" y="411953"/>
                  <a:pt x="127832" y="354649"/>
                  <a:pt x="154251" y="297353"/>
                </a:cubicBezTo>
                <a:cubicBezTo>
                  <a:pt x="155106" y="295702"/>
                  <a:pt x="155216" y="293753"/>
                  <a:pt x="154514" y="292026"/>
                </a:cubicBezTo>
                <a:cubicBezTo>
                  <a:pt x="155785" y="285711"/>
                  <a:pt x="148748" y="284462"/>
                  <a:pt x="143968" y="282620"/>
                </a:cubicBezTo>
                <a:lnTo>
                  <a:pt x="156224" y="259862"/>
                </a:lnTo>
                <a:cubicBezTo>
                  <a:pt x="223357" y="279594"/>
                  <a:pt x="292157" y="231360"/>
                  <a:pt x="310551" y="162934"/>
                </a:cubicBezTo>
                <a:cubicBezTo>
                  <a:pt x="327367" y="101633"/>
                  <a:pt x="298010" y="40661"/>
                  <a:pt x="245501" y="19218"/>
                </a:cubicBezTo>
                <a:close/>
                <a:moveTo>
                  <a:pt x="63089" y="459902"/>
                </a:moveTo>
                <a:cubicBezTo>
                  <a:pt x="61883" y="458595"/>
                  <a:pt x="60239" y="457808"/>
                  <a:pt x="58463" y="457710"/>
                </a:cubicBezTo>
                <a:cubicBezTo>
                  <a:pt x="39980" y="455815"/>
                  <a:pt x="23887" y="444325"/>
                  <a:pt x="16082" y="427476"/>
                </a:cubicBezTo>
                <a:cubicBezTo>
                  <a:pt x="35266" y="374615"/>
                  <a:pt x="61993" y="325154"/>
                  <a:pt x="89091" y="276043"/>
                </a:cubicBezTo>
                <a:cubicBezTo>
                  <a:pt x="105294" y="283512"/>
                  <a:pt x="121781" y="290309"/>
                  <a:pt x="138509" y="296433"/>
                </a:cubicBezTo>
                <a:cubicBezTo>
                  <a:pt x="113296" y="350834"/>
                  <a:pt x="88148" y="405288"/>
                  <a:pt x="63089" y="459792"/>
                </a:cubicBezTo>
                <a:close/>
                <a:moveTo>
                  <a:pt x="130178" y="277380"/>
                </a:moveTo>
                <a:cubicBezTo>
                  <a:pt x="123886" y="274909"/>
                  <a:pt x="117637" y="272337"/>
                  <a:pt x="111410" y="269663"/>
                </a:cubicBezTo>
                <a:lnTo>
                  <a:pt x="123359" y="245304"/>
                </a:lnTo>
                <a:cubicBezTo>
                  <a:pt x="129411" y="248983"/>
                  <a:pt x="135725" y="252202"/>
                  <a:pt x="142258" y="254929"/>
                </a:cubicBezTo>
                <a:close/>
                <a:moveTo>
                  <a:pt x="299106" y="143640"/>
                </a:moveTo>
                <a:cubicBezTo>
                  <a:pt x="279813" y="255587"/>
                  <a:pt x="162692" y="284221"/>
                  <a:pt x="93016" y="196106"/>
                </a:cubicBezTo>
                <a:cubicBezTo>
                  <a:pt x="78787" y="178917"/>
                  <a:pt x="66816" y="157299"/>
                  <a:pt x="65150" y="133204"/>
                </a:cubicBezTo>
                <a:cubicBezTo>
                  <a:pt x="63417" y="108473"/>
                  <a:pt x="76901" y="82252"/>
                  <a:pt x="92226" y="63046"/>
                </a:cubicBezTo>
                <a:cubicBezTo>
                  <a:pt x="128841" y="17267"/>
                  <a:pt x="187861" y="4222"/>
                  <a:pt x="234605" y="27966"/>
                </a:cubicBezTo>
                <a:cubicBezTo>
                  <a:pt x="234451" y="30773"/>
                  <a:pt x="236139" y="33353"/>
                  <a:pt x="238770" y="34325"/>
                </a:cubicBezTo>
                <a:cubicBezTo>
                  <a:pt x="279308" y="50768"/>
                  <a:pt x="305333" y="95384"/>
                  <a:pt x="299106" y="143487"/>
                </a:cubicBezTo>
                <a:close/>
                <a:moveTo>
                  <a:pt x="224147" y="44191"/>
                </a:moveTo>
                <a:cubicBezTo>
                  <a:pt x="223576" y="44070"/>
                  <a:pt x="223006" y="44011"/>
                  <a:pt x="222414" y="44015"/>
                </a:cubicBezTo>
                <a:cubicBezTo>
                  <a:pt x="167844" y="19043"/>
                  <a:pt x="97751" y="45791"/>
                  <a:pt x="88543" y="108736"/>
                </a:cubicBezTo>
                <a:cubicBezTo>
                  <a:pt x="85780" y="129433"/>
                  <a:pt x="93103" y="149538"/>
                  <a:pt x="100865" y="168393"/>
                </a:cubicBezTo>
                <a:cubicBezTo>
                  <a:pt x="117067" y="207704"/>
                  <a:pt x="153790" y="235307"/>
                  <a:pt x="197771" y="227831"/>
                </a:cubicBezTo>
                <a:cubicBezTo>
                  <a:pt x="282904" y="214194"/>
                  <a:pt x="321360" y="69535"/>
                  <a:pt x="224147" y="44191"/>
                </a:cubicBezTo>
                <a:close/>
                <a:moveTo>
                  <a:pt x="265803" y="134936"/>
                </a:moveTo>
                <a:cubicBezTo>
                  <a:pt x="252013" y="214588"/>
                  <a:pt x="159666" y="248944"/>
                  <a:pt x="117966" y="169555"/>
                </a:cubicBezTo>
                <a:cubicBezTo>
                  <a:pt x="103386" y="138181"/>
                  <a:pt x="95011" y="104395"/>
                  <a:pt x="119106" y="75280"/>
                </a:cubicBezTo>
                <a:cubicBezTo>
                  <a:pt x="143530" y="45857"/>
                  <a:pt x="185318" y="43270"/>
                  <a:pt x="218336" y="58310"/>
                </a:cubicBezTo>
                <a:cubicBezTo>
                  <a:pt x="219762" y="58996"/>
                  <a:pt x="221406" y="59165"/>
                  <a:pt x="222941" y="58792"/>
                </a:cubicBezTo>
                <a:cubicBezTo>
                  <a:pt x="256354" y="66619"/>
                  <a:pt x="271218" y="103562"/>
                  <a:pt x="265803" y="134871"/>
                </a:cubicBezTo>
                <a:close/>
                <a:moveTo>
                  <a:pt x="205927" y="69535"/>
                </a:moveTo>
                <a:cubicBezTo>
                  <a:pt x="197574" y="65435"/>
                  <a:pt x="191238" y="78809"/>
                  <a:pt x="199964" y="83085"/>
                </a:cubicBezTo>
                <a:cubicBezTo>
                  <a:pt x="208251" y="87163"/>
                  <a:pt x="214697" y="73811"/>
                  <a:pt x="205927" y="69535"/>
                </a:cubicBezTo>
                <a:close/>
                <a:moveTo>
                  <a:pt x="315550" y="67628"/>
                </a:moveTo>
                <a:cubicBezTo>
                  <a:pt x="336050" y="108495"/>
                  <a:pt x="341662" y="159996"/>
                  <a:pt x="309586" y="196676"/>
                </a:cubicBezTo>
                <a:cubicBezTo>
                  <a:pt x="303185" y="203999"/>
                  <a:pt x="313971" y="213448"/>
                  <a:pt x="320439" y="206103"/>
                </a:cubicBezTo>
                <a:cubicBezTo>
                  <a:pt x="357141" y="164118"/>
                  <a:pt x="351594" y="105974"/>
                  <a:pt x="328069" y="59055"/>
                </a:cubicBezTo>
                <a:cubicBezTo>
                  <a:pt x="323815" y="50614"/>
                  <a:pt x="311428" y="59538"/>
                  <a:pt x="315550" y="67628"/>
                </a:cubicBezTo>
                <a:close/>
                <a:moveTo>
                  <a:pt x="370953" y="127986"/>
                </a:moveTo>
                <a:cubicBezTo>
                  <a:pt x="368169" y="118756"/>
                  <a:pt x="354181" y="124347"/>
                  <a:pt x="356856" y="133138"/>
                </a:cubicBezTo>
                <a:cubicBezTo>
                  <a:pt x="362030" y="149417"/>
                  <a:pt x="359531" y="167165"/>
                  <a:pt x="350037" y="181372"/>
                </a:cubicBezTo>
                <a:cubicBezTo>
                  <a:pt x="344666" y="189331"/>
                  <a:pt x="355409" y="198912"/>
                  <a:pt x="360999" y="190800"/>
                </a:cubicBezTo>
                <a:cubicBezTo>
                  <a:pt x="373804" y="172506"/>
                  <a:pt x="377465" y="149336"/>
                  <a:pt x="370931" y="12798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A55843-7669-4721-8FC0-357839805275}"/>
              </a:ext>
            </a:extLst>
          </p:cNvPr>
          <p:cNvPicPr/>
          <p:nvPr/>
        </p:nvPicPr>
        <p:blipFill rotWithShape="1">
          <a:blip r:embed="rId3"/>
          <a:srcRect l="2866" t="2532" r="8299" b="2532"/>
          <a:stretch/>
        </p:blipFill>
        <p:spPr bwMode="auto">
          <a:xfrm>
            <a:off x="1959692" y="1439634"/>
            <a:ext cx="3123565" cy="3022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139AF9-E5BB-40F2-8D50-736845E2917B}"/>
              </a:ext>
            </a:extLst>
          </p:cNvPr>
          <p:cNvPicPr/>
          <p:nvPr/>
        </p:nvPicPr>
        <p:blipFill rotWithShape="1">
          <a:blip r:embed="rId4"/>
          <a:srcRect l="5088" t="4968" r="9906"/>
          <a:stretch/>
        </p:blipFill>
        <p:spPr bwMode="auto">
          <a:xfrm>
            <a:off x="6758484" y="1441539"/>
            <a:ext cx="2989580" cy="30206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9B14242-DCE0-4014-A5C3-292269818A2D}"/>
              </a:ext>
            </a:extLst>
          </p:cNvPr>
          <p:cNvSpPr txBox="1"/>
          <p:nvPr/>
        </p:nvSpPr>
        <p:spPr>
          <a:xfrm>
            <a:off x="1959692" y="5251925"/>
            <a:ext cx="78656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dots are not perfectly forming a pattern, but more or less, it seems more the capacity of the engine, more price of the car.</a:t>
            </a:r>
            <a:endParaRPr lang="en-IN" sz="1800" dirty="0">
              <a:solidFill>
                <a:schemeClr val="bg1"/>
              </a:solidFill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3E93AD-697E-4785-B609-ECC364D9E1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4944" y="4787945"/>
            <a:ext cx="4382112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15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F60BA2-AF67-4D1F-9E36-BAB632DDE1F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33022" y="1819922"/>
            <a:ext cx="5927072" cy="29963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CCEEA0-53A3-405F-8F81-818674B860B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 rot="5400000">
            <a:off x="6414685" y="1749122"/>
            <a:ext cx="5241567" cy="33597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5FA20A-4F90-45FA-90C5-A16B992A7C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9765" y="5080233"/>
            <a:ext cx="4553585" cy="581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E7D7B8-6698-4354-82F8-3C7862D96D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729" y="4816319"/>
            <a:ext cx="2214506" cy="91604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16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7F3D0B-CF91-452B-918A-6ED81145F1A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328317" y="1526959"/>
            <a:ext cx="4058557" cy="30924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2CF6D8-D889-4BAB-B844-FCF1C8BAA7F5}"/>
              </a:ext>
            </a:extLst>
          </p:cNvPr>
          <p:cNvSpPr txBox="1"/>
          <p:nvPr/>
        </p:nvSpPr>
        <p:spPr>
          <a:xfrm>
            <a:off x="2864536" y="5498515"/>
            <a:ext cx="7238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</a:rPr>
              <a:t>HEAT MAP SHOWING RELATION BETWEEN DIFFERENT FEATURES</a:t>
            </a:r>
            <a:endParaRPr lang="en-IN" sz="1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080EFB-65C7-41FB-B5D4-7DA023812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810" y="2472280"/>
            <a:ext cx="4711874" cy="19020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E5776D-16CF-4BE4-8FF4-F66ECE4AFA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5909" y="4794709"/>
            <a:ext cx="1943371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077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idx="4294967295"/>
          </p:nvPr>
        </p:nvSpPr>
        <p:spPr>
          <a:xfrm>
            <a:off x="11460163" y="6257925"/>
            <a:ext cx="731837" cy="400050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17</a:t>
            </a:fld>
            <a:endParaRPr/>
          </a:p>
        </p:txBody>
      </p:sp>
      <p:sp>
        <p:nvSpPr>
          <p:cNvPr id="291" name="Google Shape;291;p26"/>
          <p:cNvSpPr/>
          <p:nvPr/>
        </p:nvSpPr>
        <p:spPr>
          <a:xfrm rot="1401486">
            <a:off x="10349852" y="5044521"/>
            <a:ext cx="1086793" cy="1222585"/>
          </a:xfrm>
          <a:custGeom>
            <a:avLst/>
            <a:gdLst/>
            <a:ahLst/>
            <a:cxnLst/>
            <a:rect l="l" t="t" r="r" b="b"/>
            <a:pathLst>
              <a:path w="345632" h="388818" extrusionOk="0">
                <a:moveTo>
                  <a:pt x="183559" y="374102"/>
                </a:moveTo>
                <a:lnTo>
                  <a:pt x="158938" y="372918"/>
                </a:lnTo>
                <a:cubicBezTo>
                  <a:pt x="154882" y="372473"/>
                  <a:pt x="151133" y="375110"/>
                  <a:pt x="150168" y="379079"/>
                </a:cubicBezTo>
                <a:cubicBezTo>
                  <a:pt x="149401" y="382587"/>
                  <a:pt x="151768" y="387410"/>
                  <a:pt x="155803" y="387585"/>
                </a:cubicBezTo>
                <a:lnTo>
                  <a:pt x="180424" y="388769"/>
                </a:lnTo>
                <a:cubicBezTo>
                  <a:pt x="184480" y="389214"/>
                  <a:pt x="188229" y="386577"/>
                  <a:pt x="189194" y="382609"/>
                </a:cubicBezTo>
                <a:cubicBezTo>
                  <a:pt x="189961" y="379101"/>
                  <a:pt x="187593" y="374299"/>
                  <a:pt x="183559" y="374102"/>
                </a:cubicBezTo>
                <a:close/>
                <a:moveTo>
                  <a:pt x="52626" y="236810"/>
                </a:moveTo>
                <a:cubicBezTo>
                  <a:pt x="32806" y="224679"/>
                  <a:pt x="18928" y="204868"/>
                  <a:pt x="14280" y="182108"/>
                </a:cubicBezTo>
                <a:cubicBezTo>
                  <a:pt x="12241" y="172725"/>
                  <a:pt x="-1747" y="178359"/>
                  <a:pt x="182" y="187283"/>
                </a:cubicBezTo>
                <a:cubicBezTo>
                  <a:pt x="5970" y="213759"/>
                  <a:pt x="22523" y="236626"/>
                  <a:pt x="45873" y="250403"/>
                </a:cubicBezTo>
                <a:cubicBezTo>
                  <a:pt x="53722" y="255139"/>
                  <a:pt x="60672" y="241677"/>
                  <a:pt x="52626" y="236810"/>
                </a:cubicBezTo>
                <a:close/>
                <a:moveTo>
                  <a:pt x="173868" y="342969"/>
                </a:moveTo>
                <a:cubicBezTo>
                  <a:pt x="195201" y="344657"/>
                  <a:pt x="216687" y="344854"/>
                  <a:pt x="236880" y="336830"/>
                </a:cubicBezTo>
                <a:cubicBezTo>
                  <a:pt x="245649" y="333366"/>
                  <a:pt x="241703" y="319290"/>
                  <a:pt x="232495" y="322886"/>
                </a:cubicBezTo>
                <a:cubicBezTo>
                  <a:pt x="197284" y="336523"/>
                  <a:pt x="143415" y="324969"/>
                  <a:pt x="107174" y="316309"/>
                </a:cubicBezTo>
                <a:cubicBezTo>
                  <a:pt x="98273" y="314116"/>
                  <a:pt x="94743" y="328586"/>
                  <a:pt x="104039" y="330998"/>
                </a:cubicBezTo>
                <a:cubicBezTo>
                  <a:pt x="126928" y="337014"/>
                  <a:pt x="150278" y="341020"/>
                  <a:pt x="173868" y="342969"/>
                </a:cubicBezTo>
                <a:close/>
                <a:moveTo>
                  <a:pt x="231881" y="348231"/>
                </a:moveTo>
                <a:cubicBezTo>
                  <a:pt x="217213" y="360136"/>
                  <a:pt x="192877" y="355291"/>
                  <a:pt x="175403" y="353975"/>
                </a:cubicBezTo>
                <a:cubicBezTo>
                  <a:pt x="154750" y="352418"/>
                  <a:pt x="134207" y="349590"/>
                  <a:pt x="114584" y="342618"/>
                </a:cubicBezTo>
                <a:cubicBezTo>
                  <a:pt x="105968" y="339593"/>
                  <a:pt x="98909" y="353076"/>
                  <a:pt x="107832" y="356211"/>
                </a:cubicBezTo>
                <a:cubicBezTo>
                  <a:pt x="131269" y="364433"/>
                  <a:pt x="155561" y="367678"/>
                  <a:pt x="180183" y="369191"/>
                </a:cubicBezTo>
                <a:cubicBezTo>
                  <a:pt x="199915" y="370418"/>
                  <a:pt x="223067" y="373795"/>
                  <a:pt x="239598" y="360421"/>
                </a:cubicBezTo>
                <a:cubicBezTo>
                  <a:pt x="247053" y="354392"/>
                  <a:pt x="239532" y="342048"/>
                  <a:pt x="231881" y="348231"/>
                </a:cubicBezTo>
                <a:close/>
                <a:moveTo>
                  <a:pt x="329357" y="29207"/>
                </a:moveTo>
                <a:cubicBezTo>
                  <a:pt x="323460" y="21884"/>
                  <a:pt x="311072" y="30610"/>
                  <a:pt x="316838" y="37779"/>
                </a:cubicBezTo>
                <a:cubicBezTo>
                  <a:pt x="325455" y="48160"/>
                  <a:pt x="330388" y="61092"/>
                  <a:pt x="330892" y="74569"/>
                </a:cubicBezTo>
                <a:cubicBezTo>
                  <a:pt x="331287" y="84325"/>
                  <a:pt x="345998" y="82374"/>
                  <a:pt x="345626" y="73100"/>
                </a:cubicBezTo>
                <a:cubicBezTo>
                  <a:pt x="345077" y="57097"/>
                  <a:pt x="339377" y="41699"/>
                  <a:pt x="329357" y="29207"/>
                </a:cubicBezTo>
                <a:close/>
                <a:moveTo>
                  <a:pt x="238370" y="222"/>
                </a:moveTo>
                <a:cubicBezTo>
                  <a:pt x="229404" y="-1970"/>
                  <a:pt x="225830" y="12719"/>
                  <a:pt x="235213" y="14890"/>
                </a:cubicBezTo>
                <a:cubicBezTo>
                  <a:pt x="289564" y="27475"/>
                  <a:pt x="309757" y="85531"/>
                  <a:pt x="312870" y="135190"/>
                </a:cubicBezTo>
                <a:cubicBezTo>
                  <a:pt x="313462" y="144924"/>
                  <a:pt x="328217" y="142995"/>
                  <a:pt x="327604" y="133721"/>
                </a:cubicBezTo>
                <a:cubicBezTo>
                  <a:pt x="324139" y="76893"/>
                  <a:pt x="299584" y="14386"/>
                  <a:pt x="238370" y="222"/>
                </a:cubicBezTo>
                <a:close/>
                <a:moveTo>
                  <a:pt x="168212" y="16688"/>
                </a:moveTo>
                <a:cubicBezTo>
                  <a:pt x="107218" y="18507"/>
                  <a:pt x="43417" y="57577"/>
                  <a:pt x="32433" y="121465"/>
                </a:cubicBezTo>
                <a:cubicBezTo>
                  <a:pt x="26952" y="150686"/>
                  <a:pt x="35020" y="180815"/>
                  <a:pt x="54358" y="203397"/>
                </a:cubicBezTo>
                <a:cubicBezTo>
                  <a:pt x="65561" y="216552"/>
                  <a:pt x="78475" y="227975"/>
                  <a:pt x="86653" y="243431"/>
                </a:cubicBezTo>
                <a:cubicBezTo>
                  <a:pt x="95006" y="259548"/>
                  <a:pt x="98711" y="277662"/>
                  <a:pt x="97396" y="295765"/>
                </a:cubicBezTo>
                <a:cubicBezTo>
                  <a:pt x="93011" y="299054"/>
                  <a:pt x="92704" y="307758"/>
                  <a:pt x="99763" y="309402"/>
                </a:cubicBezTo>
                <a:cubicBezTo>
                  <a:pt x="127432" y="315984"/>
                  <a:pt x="155693" y="319832"/>
                  <a:pt x="184107" y="320891"/>
                </a:cubicBezTo>
                <a:cubicBezTo>
                  <a:pt x="206536" y="321680"/>
                  <a:pt x="232341" y="323697"/>
                  <a:pt x="251942" y="311025"/>
                </a:cubicBezTo>
                <a:cubicBezTo>
                  <a:pt x="259791" y="305960"/>
                  <a:pt x="252797" y="294274"/>
                  <a:pt x="244817" y="298528"/>
                </a:cubicBezTo>
                <a:cubicBezTo>
                  <a:pt x="245123" y="281183"/>
                  <a:pt x="249398" y="264139"/>
                  <a:pt x="257335" y="248715"/>
                </a:cubicBezTo>
                <a:cubicBezTo>
                  <a:pt x="264614" y="234749"/>
                  <a:pt x="275642" y="223634"/>
                  <a:pt x="284325" y="210632"/>
                </a:cubicBezTo>
                <a:cubicBezTo>
                  <a:pt x="302017" y="184126"/>
                  <a:pt x="303574" y="146218"/>
                  <a:pt x="297654" y="115699"/>
                </a:cubicBezTo>
                <a:cubicBezTo>
                  <a:pt x="285815" y="54836"/>
                  <a:pt x="229864" y="11229"/>
                  <a:pt x="168124" y="16688"/>
                </a:cubicBezTo>
                <a:close/>
                <a:moveTo>
                  <a:pt x="188317" y="306552"/>
                </a:moveTo>
                <a:cubicBezTo>
                  <a:pt x="177223" y="305719"/>
                  <a:pt x="167181" y="305193"/>
                  <a:pt x="156351" y="303965"/>
                </a:cubicBezTo>
                <a:cubicBezTo>
                  <a:pt x="153654" y="264918"/>
                  <a:pt x="147713" y="226161"/>
                  <a:pt x="138614" y="188094"/>
                </a:cubicBezTo>
                <a:cubicBezTo>
                  <a:pt x="146068" y="188815"/>
                  <a:pt x="153522" y="186590"/>
                  <a:pt x="159376" y="181889"/>
                </a:cubicBezTo>
                <a:cubicBezTo>
                  <a:pt x="169352" y="189914"/>
                  <a:pt x="182375" y="192040"/>
                  <a:pt x="195442" y="191251"/>
                </a:cubicBezTo>
                <a:cubicBezTo>
                  <a:pt x="190509" y="229485"/>
                  <a:pt x="188097" y="268002"/>
                  <a:pt x="188229" y="306552"/>
                </a:cubicBezTo>
                <a:close/>
                <a:moveTo>
                  <a:pt x="160801" y="151633"/>
                </a:moveTo>
                <a:cubicBezTo>
                  <a:pt x="161898" y="152905"/>
                  <a:pt x="161656" y="154988"/>
                  <a:pt x="160670" y="157334"/>
                </a:cubicBezTo>
                <a:cubicBezTo>
                  <a:pt x="159004" y="154637"/>
                  <a:pt x="159047" y="152730"/>
                  <a:pt x="160714" y="151633"/>
                </a:cubicBezTo>
                <a:close/>
                <a:moveTo>
                  <a:pt x="280224" y="187261"/>
                </a:moveTo>
                <a:cubicBezTo>
                  <a:pt x="275270" y="202060"/>
                  <a:pt x="264088" y="213088"/>
                  <a:pt x="255077" y="225453"/>
                </a:cubicBezTo>
                <a:cubicBezTo>
                  <a:pt x="238195" y="248397"/>
                  <a:pt x="229404" y="276296"/>
                  <a:pt x="230083" y="304776"/>
                </a:cubicBezTo>
                <a:cubicBezTo>
                  <a:pt x="221160" y="306802"/>
                  <a:pt x="212039" y="307651"/>
                  <a:pt x="202897" y="307298"/>
                </a:cubicBezTo>
                <a:cubicBezTo>
                  <a:pt x="202699" y="267842"/>
                  <a:pt x="205155" y="228420"/>
                  <a:pt x="210285" y="189300"/>
                </a:cubicBezTo>
                <a:cubicBezTo>
                  <a:pt x="211754" y="188993"/>
                  <a:pt x="213201" y="188686"/>
                  <a:pt x="214670" y="188335"/>
                </a:cubicBezTo>
                <a:cubicBezTo>
                  <a:pt x="223835" y="186143"/>
                  <a:pt x="219822" y="172155"/>
                  <a:pt x="210285" y="174413"/>
                </a:cubicBezTo>
                <a:cubicBezTo>
                  <a:pt x="196845" y="177680"/>
                  <a:pt x="180643" y="179499"/>
                  <a:pt x="169089" y="170247"/>
                </a:cubicBezTo>
                <a:cubicBezTo>
                  <a:pt x="176916" y="157926"/>
                  <a:pt x="181366" y="141745"/>
                  <a:pt x="168453" y="135738"/>
                </a:cubicBezTo>
                <a:cubicBezTo>
                  <a:pt x="160253" y="131989"/>
                  <a:pt x="151176" y="137032"/>
                  <a:pt x="147603" y="144705"/>
                </a:cubicBezTo>
                <a:cubicBezTo>
                  <a:pt x="143766" y="152993"/>
                  <a:pt x="145410" y="163144"/>
                  <a:pt x="149795" y="171015"/>
                </a:cubicBezTo>
                <a:cubicBezTo>
                  <a:pt x="142166" y="176671"/>
                  <a:pt x="130195" y="172878"/>
                  <a:pt x="127651" y="163736"/>
                </a:cubicBezTo>
                <a:cubicBezTo>
                  <a:pt x="125108" y="154593"/>
                  <a:pt x="111011" y="160074"/>
                  <a:pt x="113554" y="168910"/>
                </a:cubicBezTo>
                <a:cubicBezTo>
                  <a:pt x="115001" y="173858"/>
                  <a:pt x="117873" y="178265"/>
                  <a:pt x="121842" y="181560"/>
                </a:cubicBezTo>
                <a:cubicBezTo>
                  <a:pt x="130831" y="221310"/>
                  <a:pt x="138504" y="261410"/>
                  <a:pt x="141223" y="302145"/>
                </a:cubicBezTo>
                <a:cubicBezTo>
                  <a:pt x="131313" y="300683"/>
                  <a:pt x="121469" y="298916"/>
                  <a:pt x="111669" y="296840"/>
                </a:cubicBezTo>
                <a:cubicBezTo>
                  <a:pt x="114540" y="266343"/>
                  <a:pt x="103995" y="237008"/>
                  <a:pt x="84131" y="213965"/>
                </a:cubicBezTo>
                <a:cubicBezTo>
                  <a:pt x="74243" y="202542"/>
                  <a:pt x="62799" y="192347"/>
                  <a:pt x="55234" y="179105"/>
                </a:cubicBezTo>
                <a:cubicBezTo>
                  <a:pt x="48328" y="166566"/>
                  <a:pt x="44908" y="152412"/>
                  <a:pt x="45325" y="138106"/>
                </a:cubicBezTo>
                <a:cubicBezTo>
                  <a:pt x="46312" y="74897"/>
                  <a:pt x="104696" y="37845"/>
                  <a:pt x="161876" y="31355"/>
                </a:cubicBezTo>
                <a:cubicBezTo>
                  <a:pt x="250824" y="23024"/>
                  <a:pt x="304276" y="105965"/>
                  <a:pt x="280137" y="187261"/>
                </a:cubicBezTo>
                <a:close/>
                <a:moveTo>
                  <a:pt x="153808" y="53521"/>
                </a:moveTo>
                <a:cubicBezTo>
                  <a:pt x="144512" y="53521"/>
                  <a:pt x="144687" y="68320"/>
                  <a:pt x="154400" y="68320"/>
                </a:cubicBezTo>
                <a:cubicBezTo>
                  <a:pt x="163608" y="68364"/>
                  <a:pt x="163432" y="53565"/>
                  <a:pt x="153720" y="53565"/>
                </a:cubicBezTo>
                <a:close/>
                <a:moveTo>
                  <a:pt x="126095" y="62642"/>
                </a:moveTo>
                <a:cubicBezTo>
                  <a:pt x="99632" y="72111"/>
                  <a:pt x="79549" y="94062"/>
                  <a:pt x="72489" y="121268"/>
                </a:cubicBezTo>
                <a:cubicBezTo>
                  <a:pt x="69946" y="130783"/>
                  <a:pt x="84482" y="132691"/>
                  <a:pt x="86894" y="123614"/>
                </a:cubicBezTo>
                <a:cubicBezTo>
                  <a:pt x="92704" y="101744"/>
                  <a:pt x="108950" y="84158"/>
                  <a:pt x="130283" y="76629"/>
                </a:cubicBezTo>
                <a:cubicBezTo>
                  <a:pt x="139206" y="73428"/>
                  <a:pt x="135281" y="59353"/>
                  <a:pt x="126007" y="6268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14;p18">
            <a:extLst>
              <a:ext uri="{FF2B5EF4-FFF2-40B4-BE49-F238E27FC236}">
                <a16:creationId xmlns:a16="http://schemas.microsoft.com/office/drawing/2014/main" id="{4A1C3AD3-E00D-4E2B-84FB-3FDD72A81E45}"/>
              </a:ext>
            </a:extLst>
          </p:cNvPr>
          <p:cNvSpPr txBox="1"/>
          <p:nvPr/>
        </p:nvSpPr>
        <p:spPr>
          <a:xfrm>
            <a:off x="914800" y="655733"/>
            <a:ext cx="1991600" cy="19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" sz="9600" b="1" dirty="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2</a:t>
            </a:r>
            <a:endParaRPr sz="9600" b="1" dirty="0">
              <a:solidFill>
                <a:schemeClr val="dk1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25" name="Google Shape;212;p18">
            <a:extLst>
              <a:ext uri="{FF2B5EF4-FFF2-40B4-BE49-F238E27FC236}">
                <a16:creationId xmlns:a16="http://schemas.microsoft.com/office/drawing/2014/main" id="{6C8F1C0E-B6E4-4C7A-93AA-EBA8A33E12F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02322" y="3181571"/>
            <a:ext cx="7787355" cy="894800"/>
          </a:xfrm>
          <a:prstGeom prst="rect">
            <a:avLst/>
          </a:prstGeo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r>
              <a:rPr lang="en-IN" dirty="0"/>
              <a:t>Model Implementation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18</a:t>
            </a:fld>
            <a:endParaRPr/>
          </a:p>
        </p:txBody>
      </p:sp>
      <p:graphicFrame>
        <p:nvGraphicFramePr>
          <p:cNvPr id="297" name="Google Shape;297;p27"/>
          <p:cNvGraphicFramePr/>
          <p:nvPr/>
        </p:nvGraphicFramePr>
        <p:xfrm>
          <a:off x="1908698" y="2311043"/>
          <a:ext cx="6258759" cy="119891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01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2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1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1752">
                  <a:extLst>
                    <a:ext uri="{9D8B030D-6E8A-4147-A177-3AD203B41FA5}">
                      <a16:colId xmlns:a16="http://schemas.microsoft.com/office/drawing/2014/main" val="3983763548"/>
                    </a:ext>
                  </a:extLst>
                </a:gridCol>
                <a:gridCol w="1251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2496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Owner_Type</a:t>
                      </a:r>
                      <a:endParaRPr sz="1200" dirty="0">
                        <a:solidFill>
                          <a:schemeClr val="dk1"/>
                        </a:solidFill>
                        <a:latin typeface="Bahnschrift" panose="020B0502040204020203" pitchFamily="34" charset="0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91433" marB="91433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67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First</a:t>
                      </a:r>
                      <a:endParaRPr sz="2400" dirty="0">
                        <a:solidFill>
                          <a:schemeClr val="dk1"/>
                        </a:solidFill>
                        <a:latin typeface="Nunito SemiBold"/>
                        <a:ea typeface="Nunito SemiBold"/>
                        <a:cs typeface="Nunito SemiBold"/>
                        <a:sym typeface="Nunito SemiBold"/>
                      </a:endParaRPr>
                    </a:p>
                  </a:txBody>
                  <a:tcPr marL="121900" marR="121900" marT="91433" marB="91433" anchor="ctr">
                    <a:lnL w="9525" cap="flat" cmpd="sng" algn="ctr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67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Second</a:t>
                      </a:r>
                      <a:endParaRPr sz="2400" dirty="0">
                        <a:solidFill>
                          <a:schemeClr val="dk1"/>
                        </a:solidFill>
                        <a:latin typeface="Nunito SemiBold"/>
                        <a:ea typeface="Nunito SemiBold"/>
                        <a:cs typeface="Nunito SemiBold"/>
                        <a:sym typeface="Nunito SemiBold"/>
                      </a:endParaRPr>
                    </a:p>
                  </a:txBody>
                  <a:tcPr marL="121900" marR="121900" marT="91433" marB="91433" anchor="ctr">
                    <a:lnL w="9525" cap="flat" cmpd="sng" algn="ctr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Third</a:t>
                      </a:r>
                      <a:endParaRPr lang="en-IN" sz="2000" dirty="0">
                        <a:solidFill>
                          <a:schemeClr val="dk1"/>
                        </a:solidFill>
                        <a:latin typeface="Nunito SemiBold"/>
                        <a:ea typeface="Nunito SemiBold"/>
                        <a:cs typeface="Nunito SemiBold"/>
                        <a:sym typeface="Nunito SemiBold"/>
                      </a:endParaRPr>
                    </a:p>
                  </a:txBody>
                  <a:tcPr marL="121900" marR="121900" marT="91433" marB="91433" anchor="ctr">
                    <a:lnL w="9525" cap="flat" cmpd="sng" algn="ctr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67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Fourth &amp; Above values</a:t>
                      </a:r>
                      <a:endParaRPr sz="2400" dirty="0">
                        <a:solidFill>
                          <a:schemeClr val="dk1"/>
                        </a:solidFill>
                        <a:latin typeface="Bahnschrift" panose="020B0502040204020203" pitchFamily="34" charset="0"/>
                        <a:ea typeface="Nunito SemiBold"/>
                        <a:cs typeface="Nunito SemiBold"/>
                        <a:sym typeface="Nunito SemiBold"/>
                      </a:endParaRPr>
                    </a:p>
                  </a:txBody>
                  <a:tcPr marL="121900" marR="121900" marT="91433" marB="91433" anchor="ctr">
                    <a:lnL w="9525" cap="flat" cmpd="sng" algn="ctr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61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Owner_Type</a:t>
                      </a:r>
                      <a:endParaRPr lang="en-IN" sz="1200" dirty="0">
                        <a:solidFill>
                          <a:schemeClr val="dk1"/>
                        </a:solidFill>
                        <a:latin typeface="Bahnschrift" panose="020B0502040204020203" pitchFamily="34" charset="0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91433" marB="91433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>
                          <a:solidFill>
                            <a:schemeClr val="dk1"/>
                          </a:solidFill>
                          <a:latin typeface="Nunito SemiBold"/>
                          <a:ea typeface="Nunito SemiBold"/>
                          <a:cs typeface="Nunito SemiBold"/>
                          <a:sym typeface="Nunito SemiBold"/>
                        </a:rPr>
                        <a:t>0.00</a:t>
                      </a:r>
                      <a:endParaRPr sz="2400" dirty="0">
                        <a:solidFill>
                          <a:schemeClr val="dk1"/>
                        </a:solidFill>
                        <a:latin typeface="Nunito SemiBold"/>
                        <a:ea typeface="Nunito SemiBold"/>
                        <a:cs typeface="Nunito SemiBold"/>
                        <a:sym typeface="Nunito SemiBold"/>
                      </a:endParaRPr>
                    </a:p>
                  </a:txBody>
                  <a:tcPr marL="121900" marR="121900" marT="91433" marB="91433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>
                          <a:solidFill>
                            <a:schemeClr val="dk1"/>
                          </a:solidFill>
                          <a:latin typeface="Nunito SemiBold"/>
                          <a:ea typeface="Nunito SemiBold"/>
                          <a:cs typeface="Nunito SemiBold"/>
                          <a:sym typeface="Nunito SemiBold"/>
                        </a:rPr>
                        <a:t>1.00</a:t>
                      </a:r>
                      <a:endParaRPr sz="2400" dirty="0">
                        <a:solidFill>
                          <a:schemeClr val="dk1"/>
                        </a:solidFill>
                        <a:latin typeface="Nunito SemiBold"/>
                        <a:ea typeface="Nunito SemiBold"/>
                        <a:cs typeface="Nunito SemiBold"/>
                        <a:sym typeface="Nunito SemiBold"/>
                      </a:endParaRPr>
                    </a:p>
                  </a:txBody>
                  <a:tcPr marL="121900" marR="121900" marT="91433" marB="91433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>
                          <a:solidFill>
                            <a:schemeClr val="dk1"/>
                          </a:solidFill>
                          <a:latin typeface="Nunito SemiBold"/>
                          <a:ea typeface="Nunito SemiBold"/>
                          <a:cs typeface="Nunito SemiBold"/>
                          <a:sym typeface="Nunito SemiBold"/>
                        </a:rPr>
                        <a:t>2.00</a:t>
                      </a:r>
                      <a:endParaRPr sz="2400" dirty="0">
                        <a:solidFill>
                          <a:schemeClr val="dk1"/>
                        </a:solidFill>
                        <a:latin typeface="Nunito SemiBold"/>
                        <a:ea typeface="Nunito SemiBold"/>
                        <a:cs typeface="Nunito SemiBold"/>
                        <a:sym typeface="Nunito SemiBold"/>
                      </a:endParaRPr>
                    </a:p>
                  </a:txBody>
                  <a:tcPr marL="121900" marR="121900" marT="91433" marB="91433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>
                          <a:solidFill>
                            <a:schemeClr val="dk1"/>
                          </a:solidFill>
                          <a:latin typeface="Nunito SemiBold"/>
                          <a:ea typeface="Nunito SemiBold"/>
                          <a:cs typeface="Nunito SemiBold"/>
                          <a:sym typeface="Nunito SemiBold"/>
                        </a:rPr>
                        <a:t>3.00</a:t>
                      </a:r>
                      <a:endParaRPr sz="2400" dirty="0">
                        <a:solidFill>
                          <a:schemeClr val="dk1"/>
                        </a:solidFill>
                        <a:latin typeface="Nunito SemiBold"/>
                        <a:ea typeface="Nunito SemiBold"/>
                        <a:cs typeface="Nunito SemiBold"/>
                        <a:sym typeface="Nunito SemiBold"/>
                      </a:endParaRPr>
                    </a:p>
                  </a:txBody>
                  <a:tcPr marL="121900" marR="121900" marT="91433" marB="91433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9" name="Google Shape;299;p27"/>
          <p:cNvSpPr/>
          <p:nvPr/>
        </p:nvSpPr>
        <p:spPr>
          <a:xfrm rot="942510">
            <a:off x="10438715" y="5003237"/>
            <a:ext cx="1204912" cy="1315511"/>
          </a:xfrm>
          <a:custGeom>
            <a:avLst/>
            <a:gdLst/>
            <a:ahLst/>
            <a:cxnLst/>
            <a:rect l="l" t="t" r="r" b="b"/>
            <a:pathLst>
              <a:path w="14844" h="16207" extrusionOk="0">
                <a:moveTo>
                  <a:pt x="7836" y="2337"/>
                </a:moveTo>
                <a:lnTo>
                  <a:pt x="7519" y="2385"/>
                </a:lnTo>
                <a:lnTo>
                  <a:pt x="7081" y="2410"/>
                </a:lnTo>
                <a:lnTo>
                  <a:pt x="6619" y="2434"/>
                </a:lnTo>
                <a:lnTo>
                  <a:pt x="6327" y="2434"/>
                </a:lnTo>
                <a:lnTo>
                  <a:pt x="6181" y="2458"/>
                </a:lnTo>
                <a:lnTo>
                  <a:pt x="6035" y="2507"/>
                </a:lnTo>
                <a:lnTo>
                  <a:pt x="5986" y="2556"/>
                </a:lnTo>
                <a:lnTo>
                  <a:pt x="5962" y="2604"/>
                </a:lnTo>
                <a:lnTo>
                  <a:pt x="5962" y="2653"/>
                </a:lnTo>
                <a:lnTo>
                  <a:pt x="5962" y="2726"/>
                </a:lnTo>
                <a:lnTo>
                  <a:pt x="6059" y="2848"/>
                </a:lnTo>
                <a:lnTo>
                  <a:pt x="6181" y="2921"/>
                </a:lnTo>
                <a:lnTo>
                  <a:pt x="6303" y="2969"/>
                </a:lnTo>
                <a:lnTo>
                  <a:pt x="6449" y="3018"/>
                </a:lnTo>
                <a:lnTo>
                  <a:pt x="7057" y="3018"/>
                </a:lnTo>
                <a:lnTo>
                  <a:pt x="7519" y="2994"/>
                </a:lnTo>
                <a:lnTo>
                  <a:pt x="7957" y="2945"/>
                </a:lnTo>
                <a:lnTo>
                  <a:pt x="8152" y="2945"/>
                </a:lnTo>
                <a:lnTo>
                  <a:pt x="8347" y="2969"/>
                </a:lnTo>
                <a:lnTo>
                  <a:pt x="8833" y="2969"/>
                </a:lnTo>
                <a:lnTo>
                  <a:pt x="8906" y="2921"/>
                </a:lnTo>
                <a:lnTo>
                  <a:pt x="8955" y="2848"/>
                </a:lnTo>
                <a:lnTo>
                  <a:pt x="8979" y="2775"/>
                </a:lnTo>
                <a:lnTo>
                  <a:pt x="9003" y="2702"/>
                </a:lnTo>
                <a:lnTo>
                  <a:pt x="8979" y="2629"/>
                </a:lnTo>
                <a:lnTo>
                  <a:pt x="8930" y="2556"/>
                </a:lnTo>
                <a:lnTo>
                  <a:pt x="8857" y="2483"/>
                </a:lnTo>
                <a:lnTo>
                  <a:pt x="8711" y="2410"/>
                </a:lnTo>
                <a:lnTo>
                  <a:pt x="8566" y="2361"/>
                </a:lnTo>
                <a:lnTo>
                  <a:pt x="8395" y="2337"/>
                </a:lnTo>
                <a:close/>
                <a:moveTo>
                  <a:pt x="7130" y="5768"/>
                </a:moveTo>
                <a:lnTo>
                  <a:pt x="7154" y="5792"/>
                </a:lnTo>
                <a:lnTo>
                  <a:pt x="7179" y="5816"/>
                </a:lnTo>
                <a:lnTo>
                  <a:pt x="7203" y="5841"/>
                </a:lnTo>
                <a:lnTo>
                  <a:pt x="7227" y="5889"/>
                </a:lnTo>
                <a:lnTo>
                  <a:pt x="7227" y="5987"/>
                </a:lnTo>
                <a:lnTo>
                  <a:pt x="7203" y="6084"/>
                </a:lnTo>
                <a:lnTo>
                  <a:pt x="7179" y="6157"/>
                </a:lnTo>
                <a:lnTo>
                  <a:pt x="7106" y="6206"/>
                </a:lnTo>
                <a:lnTo>
                  <a:pt x="6960" y="6254"/>
                </a:lnTo>
                <a:lnTo>
                  <a:pt x="6814" y="6230"/>
                </a:lnTo>
                <a:lnTo>
                  <a:pt x="6741" y="6206"/>
                </a:lnTo>
                <a:lnTo>
                  <a:pt x="6692" y="6157"/>
                </a:lnTo>
                <a:lnTo>
                  <a:pt x="6668" y="6084"/>
                </a:lnTo>
                <a:lnTo>
                  <a:pt x="6643" y="6011"/>
                </a:lnTo>
                <a:lnTo>
                  <a:pt x="6668" y="5938"/>
                </a:lnTo>
                <a:lnTo>
                  <a:pt x="6692" y="5865"/>
                </a:lnTo>
                <a:lnTo>
                  <a:pt x="6741" y="5816"/>
                </a:lnTo>
                <a:lnTo>
                  <a:pt x="6789" y="5768"/>
                </a:lnTo>
                <a:lnTo>
                  <a:pt x="6838" y="5816"/>
                </a:lnTo>
                <a:lnTo>
                  <a:pt x="6911" y="5841"/>
                </a:lnTo>
                <a:lnTo>
                  <a:pt x="7008" y="5816"/>
                </a:lnTo>
                <a:lnTo>
                  <a:pt x="7081" y="5816"/>
                </a:lnTo>
                <a:lnTo>
                  <a:pt x="7130" y="5768"/>
                </a:lnTo>
                <a:close/>
                <a:moveTo>
                  <a:pt x="6911" y="5232"/>
                </a:moveTo>
                <a:lnTo>
                  <a:pt x="6741" y="5257"/>
                </a:lnTo>
                <a:lnTo>
                  <a:pt x="6595" y="5305"/>
                </a:lnTo>
                <a:lnTo>
                  <a:pt x="6473" y="5427"/>
                </a:lnTo>
                <a:lnTo>
                  <a:pt x="6351" y="5549"/>
                </a:lnTo>
                <a:lnTo>
                  <a:pt x="6254" y="5695"/>
                </a:lnTo>
                <a:lnTo>
                  <a:pt x="6181" y="5865"/>
                </a:lnTo>
                <a:lnTo>
                  <a:pt x="6157" y="6011"/>
                </a:lnTo>
                <a:lnTo>
                  <a:pt x="6157" y="6108"/>
                </a:lnTo>
                <a:lnTo>
                  <a:pt x="6157" y="6206"/>
                </a:lnTo>
                <a:lnTo>
                  <a:pt x="6181" y="6303"/>
                </a:lnTo>
                <a:lnTo>
                  <a:pt x="6230" y="6376"/>
                </a:lnTo>
                <a:lnTo>
                  <a:pt x="6351" y="6522"/>
                </a:lnTo>
                <a:lnTo>
                  <a:pt x="6497" y="6644"/>
                </a:lnTo>
                <a:lnTo>
                  <a:pt x="6668" y="6717"/>
                </a:lnTo>
                <a:lnTo>
                  <a:pt x="6862" y="6741"/>
                </a:lnTo>
                <a:lnTo>
                  <a:pt x="7057" y="6741"/>
                </a:lnTo>
                <a:lnTo>
                  <a:pt x="7252" y="6692"/>
                </a:lnTo>
                <a:lnTo>
                  <a:pt x="7373" y="6644"/>
                </a:lnTo>
                <a:lnTo>
                  <a:pt x="7495" y="6546"/>
                </a:lnTo>
                <a:lnTo>
                  <a:pt x="7592" y="6449"/>
                </a:lnTo>
                <a:lnTo>
                  <a:pt x="7665" y="6327"/>
                </a:lnTo>
                <a:lnTo>
                  <a:pt x="7714" y="6181"/>
                </a:lnTo>
                <a:lnTo>
                  <a:pt x="7738" y="6035"/>
                </a:lnTo>
                <a:lnTo>
                  <a:pt x="7738" y="5889"/>
                </a:lnTo>
                <a:lnTo>
                  <a:pt x="7714" y="5743"/>
                </a:lnTo>
                <a:lnTo>
                  <a:pt x="7665" y="5622"/>
                </a:lnTo>
                <a:lnTo>
                  <a:pt x="7617" y="5524"/>
                </a:lnTo>
                <a:lnTo>
                  <a:pt x="7544" y="5451"/>
                </a:lnTo>
                <a:lnTo>
                  <a:pt x="7471" y="5378"/>
                </a:lnTo>
                <a:lnTo>
                  <a:pt x="7373" y="5330"/>
                </a:lnTo>
                <a:lnTo>
                  <a:pt x="7276" y="5281"/>
                </a:lnTo>
                <a:lnTo>
                  <a:pt x="7081" y="5281"/>
                </a:lnTo>
                <a:lnTo>
                  <a:pt x="6984" y="5257"/>
                </a:lnTo>
                <a:lnTo>
                  <a:pt x="6911" y="5232"/>
                </a:lnTo>
                <a:close/>
                <a:moveTo>
                  <a:pt x="7982" y="7276"/>
                </a:moveTo>
                <a:lnTo>
                  <a:pt x="7884" y="7301"/>
                </a:lnTo>
                <a:lnTo>
                  <a:pt x="7787" y="7325"/>
                </a:lnTo>
                <a:lnTo>
                  <a:pt x="7738" y="7374"/>
                </a:lnTo>
                <a:lnTo>
                  <a:pt x="7617" y="7495"/>
                </a:lnTo>
                <a:lnTo>
                  <a:pt x="7568" y="7617"/>
                </a:lnTo>
                <a:lnTo>
                  <a:pt x="7544" y="7739"/>
                </a:lnTo>
                <a:lnTo>
                  <a:pt x="7568" y="7885"/>
                </a:lnTo>
                <a:lnTo>
                  <a:pt x="7617" y="8006"/>
                </a:lnTo>
                <a:lnTo>
                  <a:pt x="7665" y="8104"/>
                </a:lnTo>
                <a:lnTo>
                  <a:pt x="7714" y="8177"/>
                </a:lnTo>
                <a:lnTo>
                  <a:pt x="7860" y="8250"/>
                </a:lnTo>
                <a:lnTo>
                  <a:pt x="8030" y="8298"/>
                </a:lnTo>
                <a:lnTo>
                  <a:pt x="8103" y="8298"/>
                </a:lnTo>
                <a:lnTo>
                  <a:pt x="8176" y="8274"/>
                </a:lnTo>
                <a:lnTo>
                  <a:pt x="8298" y="8225"/>
                </a:lnTo>
                <a:lnTo>
                  <a:pt x="8444" y="8104"/>
                </a:lnTo>
                <a:lnTo>
                  <a:pt x="8566" y="7958"/>
                </a:lnTo>
                <a:lnTo>
                  <a:pt x="8590" y="7885"/>
                </a:lnTo>
                <a:lnTo>
                  <a:pt x="8590" y="7812"/>
                </a:lnTo>
                <a:lnTo>
                  <a:pt x="8590" y="7739"/>
                </a:lnTo>
                <a:lnTo>
                  <a:pt x="8566" y="7666"/>
                </a:lnTo>
                <a:lnTo>
                  <a:pt x="8468" y="7520"/>
                </a:lnTo>
                <a:lnTo>
                  <a:pt x="8347" y="7422"/>
                </a:lnTo>
                <a:lnTo>
                  <a:pt x="8225" y="7398"/>
                </a:lnTo>
                <a:lnTo>
                  <a:pt x="8152" y="7325"/>
                </a:lnTo>
                <a:lnTo>
                  <a:pt x="8079" y="7301"/>
                </a:lnTo>
                <a:lnTo>
                  <a:pt x="7982" y="7276"/>
                </a:lnTo>
                <a:close/>
                <a:moveTo>
                  <a:pt x="5889" y="488"/>
                </a:moveTo>
                <a:lnTo>
                  <a:pt x="6205" y="512"/>
                </a:lnTo>
                <a:lnTo>
                  <a:pt x="6716" y="561"/>
                </a:lnTo>
                <a:lnTo>
                  <a:pt x="7373" y="609"/>
                </a:lnTo>
                <a:lnTo>
                  <a:pt x="8055" y="634"/>
                </a:lnTo>
                <a:lnTo>
                  <a:pt x="8736" y="634"/>
                </a:lnTo>
                <a:lnTo>
                  <a:pt x="9393" y="682"/>
                </a:lnTo>
                <a:lnTo>
                  <a:pt x="9587" y="707"/>
                </a:lnTo>
                <a:lnTo>
                  <a:pt x="9782" y="731"/>
                </a:lnTo>
                <a:lnTo>
                  <a:pt x="10001" y="804"/>
                </a:lnTo>
                <a:lnTo>
                  <a:pt x="10196" y="877"/>
                </a:lnTo>
                <a:lnTo>
                  <a:pt x="10366" y="974"/>
                </a:lnTo>
                <a:lnTo>
                  <a:pt x="10439" y="1047"/>
                </a:lnTo>
                <a:lnTo>
                  <a:pt x="10512" y="1120"/>
                </a:lnTo>
                <a:lnTo>
                  <a:pt x="10536" y="1193"/>
                </a:lnTo>
                <a:lnTo>
                  <a:pt x="10585" y="1291"/>
                </a:lnTo>
                <a:lnTo>
                  <a:pt x="10585" y="1388"/>
                </a:lnTo>
                <a:lnTo>
                  <a:pt x="10585" y="1485"/>
                </a:lnTo>
                <a:lnTo>
                  <a:pt x="10536" y="1631"/>
                </a:lnTo>
                <a:lnTo>
                  <a:pt x="10439" y="1777"/>
                </a:lnTo>
                <a:lnTo>
                  <a:pt x="10317" y="1923"/>
                </a:lnTo>
                <a:lnTo>
                  <a:pt x="10196" y="2045"/>
                </a:lnTo>
                <a:lnTo>
                  <a:pt x="9904" y="2288"/>
                </a:lnTo>
                <a:lnTo>
                  <a:pt x="9660" y="2507"/>
                </a:lnTo>
                <a:lnTo>
                  <a:pt x="9587" y="2604"/>
                </a:lnTo>
                <a:lnTo>
                  <a:pt x="9587" y="2677"/>
                </a:lnTo>
                <a:lnTo>
                  <a:pt x="9587" y="2775"/>
                </a:lnTo>
                <a:lnTo>
                  <a:pt x="9636" y="2848"/>
                </a:lnTo>
                <a:lnTo>
                  <a:pt x="9587" y="3091"/>
                </a:lnTo>
                <a:lnTo>
                  <a:pt x="9563" y="3334"/>
                </a:lnTo>
                <a:lnTo>
                  <a:pt x="9563" y="3845"/>
                </a:lnTo>
                <a:lnTo>
                  <a:pt x="9587" y="4381"/>
                </a:lnTo>
                <a:lnTo>
                  <a:pt x="9612" y="4867"/>
                </a:lnTo>
                <a:lnTo>
                  <a:pt x="9612" y="5816"/>
                </a:lnTo>
                <a:lnTo>
                  <a:pt x="9612" y="6060"/>
                </a:lnTo>
                <a:lnTo>
                  <a:pt x="9563" y="6303"/>
                </a:lnTo>
                <a:lnTo>
                  <a:pt x="9563" y="6546"/>
                </a:lnTo>
                <a:lnTo>
                  <a:pt x="9587" y="6765"/>
                </a:lnTo>
                <a:lnTo>
                  <a:pt x="9612" y="6838"/>
                </a:lnTo>
                <a:lnTo>
                  <a:pt x="9660" y="6887"/>
                </a:lnTo>
                <a:lnTo>
                  <a:pt x="9660" y="6936"/>
                </a:lnTo>
                <a:lnTo>
                  <a:pt x="9685" y="6984"/>
                </a:lnTo>
                <a:lnTo>
                  <a:pt x="10269" y="7787"/>
                </a:lnTo>
                <a:lnTo>
                  <a:pt x="10828" y="8639"/>
                </a:lnTo>
                <a:lnTo>
                  <a:pt x="10512" y="8615"/>
                </a:lnTo>
                <a:lnTo>
                  <a:pt x="10171" y="8639"/>
                </a:lnTo>
                <a:lnTo>
                  <a:pt x="9514" y="8663"/>
                </a:lnTo>
                <a:lnTo>
                  <a:pt x="8395" y="8688"/>
                </a:lnTo>
                <a:lnTo>
                  <a:pt x="7300" y="8712"/>
                </a:lnTo>
                <a:lnTo>
                  <a:pt x="6765" y="8736"/>
                </a:lnTo>
                <a:lnTo>
                  <a:pt x="6254" y="8736"/>
                </a:lnTo>
                <a:lnTo>
                  <a:pt x="5208" y="8712"/>
                </a:lnTo>
                <a:lnTo>
                  <a:pt x="4599" y="8712"/>
                </a:lnTo>
                <a:lnTo>
                  <a:pt x="4283" y="8736"/>
                </a:lnTo>
                <a:lnTo>
                  <a:pt x="4137" y="8761"/>
                </a:lnTo>
                <a:lnTo>
                  <a:pt x="3991" y="8809"/>
                </a:lnTo>
                <a:lnTo>
                  <a:pt x="4599" y="8006"/>
                </a:lnTo>
                <a:lnTo>
                  <a:pt x="4940" y="7520"/>
                </a:lnTo>
                <a:lnTo>
                  <a:pt x="5135" y="7276"/>
                </a:lnTo>
                <a:lnTo>
                  <a:pt x="5305" y="7082"/>
                </a:lnTo>
                <a:lnTo>
                  <a:pt x="5354" y="7009"/>
                </a:lnTo>
                <a:lnTo>
                  <a:pt x="5378" y="6911"/>
                </a:lnTo>
                <a:lnTo>
                  <a:pt x="5354" y="6838"/>
                </a:lnTo>
                <a:lnTo>
                  <a:pt x="5329" y="6741"/>
                </a:lnTo>
                <a:lnTo>
                  <a:pt x="5329" y="6717"/>
                </a:lnTo>
                <a:lnTo>
                  <a:pt x="5354" y="6084"/>
                </a:lnTo>
                <a:lnTo>
                  <a:pt x="5354" y="5451"/>
                </a:lnTo>
                <a:lnTo>
                  <a:pt x="5354" y="4794"/>
                </a:lnTo>
                <a:lnTo>
                  <a:pt x="5378" y="4162"/>
                </a:lnTo>
                <a:lnTo>
                  <a:pt x="5402" y="3821"/>
                </a:lnTo>
                <a:lnTo>
                  <a:pt x="5427" y="3432"/>
                </a:lnTo>
                <a:lnTo>
                  <a:pt x="5402" y="3237"/>
                </a:lnTo>
                <a:lnTo>
                  <a:pt x="5378" y="3042"/>
                </a:lnTo>
                <a:lnTo>
                  <a:pt x="5329" y="2872"/>
                </a:lnTo>
                <a:lnTo>
                  <a:pt x="5256" y="2726"/>
                </a:lnTo>
                <a:lnTo>
                  <a:pt x="5256" y="2653"/>
                </a:lnTo>
                <a:lnTo>
                  <a:pt x="5256" y="2604"/>
                </a:lnTo>
                <a:lnTo>
                  <a:pt x="5232" y="2556"/>
                </a:lnTo>
                <a:lnTo>
                  <a:pt x="5183" y="2507"/>
                </a:lnTo>
                <a:lnTo>
                  <a:pt x="4989" y="2385"/>
                </a:lnTo>
                <a:lnTo>
                  <a:pt x="4794" y="2215"/>
                </a:lnTo>
                <a:lnTo>
                  <a:pt x="4648" y="1996"/>
                </a:lnTo>
                <a:lnTo>
                  <a:pt x="4502" y="1777"/>
                </a:lnTo>
                <a:lnTo>
                  <a:pt x="4405" y="1534"/>
                </a:lnTo>
                <a:lnTo>
                  <a:pt x="4380" y="1412"/>
                </a:lnTo>
                <a:lnTo>
                  <a:pt x="4380" y="1291"/>
                </a:lnTo>
                <a:lnTo>
                  <a:pt x="4380" y="1169"/>
                </a:lnTo>
                <a:lnTo>
                  <a:pt x="4429" y="1047"/>
                </a:lnTo>
                <a:lnTo>
                  <a:pt x="4478" y="926"/>
                </a:lnTo>
                <a:lnTo>
                  <a:pt x="4551" y="828"/>
                </a:lnTo>
                <a:lnTo>
                  <a:pt x="4624" y="755"/>
                </a:lnTo>
                <a:lnTo>
                  <a:pt x="4721" y="682"/>
                </a:lnTo>
                <a:lnTo>
                  <a:pt x="4843" y="609"/>
                </a:lnTo>
                <a:lnTo>
                  <a:pt x="4989" y="561"/>
                </a:lnTo>
                <a:lnTo>
                  <a:pt x="5256" y="512"/>
                </a:lnTo>
                <a:lnTo>
                  <a:pt x="5573" y="488"/>
                </a:lnTo>
                <a:close/>
                <a:moveTo>
                  <a:pt x="7446" y="9199"/>
                </a:moveTo>
                <a:lnTo>
                  <a:pt x="7106" y="9612"/>
                </a:lnTo>
                <a:lnTo>
                  <a:pt x="7033" y="9588"/>
                </a:lnTo>
                <a:lnTo>
                  <a:pt x="6960" y="9563"/>
                </a:lnTo>
                <a:lnTo>
                  <a:pt x="6789" y="9563"/>
                </a:lnTo>
                <a:lnTo>
                  <a:pt x="6595" y="9588"/>
                </a:lnTo>
                <a:lnTo>
                  <a:pt x="6424" y="9636"/>
                </a:lnTo>
                <a:lnTo>
                  <a:pt x="6595" y="9466"/>
                </a:lnTo>
                <a:lnTo>
                  <a:pt x="6643" y="9369"/>
                </a:lnTo>
                <a:lnTo>
                  <a:pt x="6692" y="9272"/>
                </a:lnTo>
                <a:lnTo>
                  <a:pt x="6692" y="9223"/>
                </a:lnTo>
                <a:lnTo>
                  <a:pt x="7300" y="9199"/>
                </a:lnTo>
                <a:close/>
                <a:moveTo>
                  <a:pt x="8566" y="9174"/>
                </a:moveTo>
                <a:lnTo>
                  <a:pt x="8347" y="9418"/>
                </a:lnTo>
                <a:lnTo>
                  <a:pt x="8176" y="9661"/>
                </a:lnTo>
                <a:lnTo>
                  <a:pt x="7860" y="10196"/>
                </a:lnTo>
                <a:lnTo>
                  <a:pt x="7836" y="10147"/>
                </a:lnTo>
                <a:lnTo>
                  <a:pt x="7787" y="10050"/>
                </a:lnTo>
                <a:lnTo>
                  <a:pt x="7714" y="9953"/>
                </a:lnTo>
                <a:lnTo>
                  <a:pt x="7617" y="9855"/>
                </a:lnTo>
                <a:lnTo>
                  <a:pt x="7519" y="9782"/>
                </a:lnTo>
                <a:lnTo>
                  <a:pt x="7982" y="9223"/>
                </a:lnTo>
                <a:lnTo>
                  <a:pt x="8030" y="9174"/>
                </a:lnTo>
                <a:close/>
                <a:moveTo>
                  <a:pt x="6765" y="10099"/>
                </a:moveTo>
                <a:lnTo>
                  <a:pt x="6935" y="10172"/>
                </a:lnTo>
                <a:lnTo>
                  <a:pt x="7081" y="10220"/>
                </a:lnTo>
                <a:lnTo>
                  <a:pt x="7227" y="10293"/>
                </a:lnTo>
                <a:lnTo>
                  <a:pt x="7276" y="10366"/>
                </a:lnTo>
                <a:lnTo>
                  <a:pt x="7325" y="10439"/>
                </a:lnTo>
                <a:lnTo>
                  <a:pt x="7373" y="10610"/>
                </a:lnTo>
                <a:lnTo>
                  <a:pt x="7398" y="10780"/>
                </a:lnTo>
                <a:lnTo>
                  <a:pt x="7373" y="10950"/>
                </a:lnTo>
                <a:lnTo>
                  <a:pt x="7325" y="11121"/>
                </a:lnTo>
                <a:lnTo>
                  <a:pt x="7300" y="11242"/>
                </a:lnTo>
                <a:lnTo>
                  <a:pt x="7227" y="11340"/>
                </a:lnTo>
                <a:lnTo>
                  <a:pt x="7154" y="11413"/>
                </a:lnTo>
                <a:lnTo>
                  <a:pt x="7081" y="11510"/>
                </a:lnTo>
                <a:lnTo>
                  <a:pt x="6984" y="11559"/>
                </a:lnTo>
                <a:lnTo>
                  <a:pt x="6887" y="11607"/>
                </a:lnTo>
                <a:lnTo>
                  <a:pt x="6692" y="11680"/>
                </a:lnTo>
                <a:lnTo>
                  <a:pt x="6351" y="11680"/>
                </a:lnTo>
                <a:lnTo>
                  <a:pt x="6254" y="11632"/>
                </a:lnTo>
                <a:lnTo>
                  <a:pt x="6157" y="11607"/>
                </a:lnTo>
                <a:lnTo>
                  <a:pt x="6059" y="11534"/>
                </a:lnTo>
                <a:lnTo>
                  <a:pt x="5986" y="11461"/>
                </a:lnTo>
                <a:lnTo>
                  <a:pt x="5913" y="11364"/>
                </a:lnTo>
                <a:lnTo>
                  <a:pt x="5840" y="11218"/>
                </a:lnTo>
                <a:lnTo>
                  <a:pt x="5816" y="11096"/>
                </a:lnTo>
                <a:lnTo>
                  <a:pt x="5816" y="10950"/>
                </a:lnTo>
                <a:lnTo>
                  <a:pt x="5840" y="10829"/>
                </a:lnTo>
                <a:lnTo>
                  <a:pt x="5889" y="10683"/>
                </a:lnTo>
                <a:lnTo>
                  <a:pt x="5986" y="10585"/>
                </a:lnTo>
                <a:lnTo>
                  <a:pt x="6084" y="10464"/>
                </a:lnTo>
                <a:lnTo>
                  <a:pt x="6181" y="10366"/>
                </a:lnTo>
                <a:lnTo>
                  <a:pt x="6424" y="10220"/>
                </a:lnTo>
                <a:lnTo>
                  <a:pt x="6668" y="10123"/>
                </a:lnTo>
                <a:lnTo>
                  <a:pt x="6741" y="10099"/>
                </a:lnTo>
                <a:close/>
                <a:moveTo>
                  <a:pt x="10926" y="9174"/>
                </a:moveTo>
                <a:lnTo>
                  <a:pt x="10707" y="9539"/>
                </a:lnTo>
                <a:lnTo>
                  <a:pt x="10536" y="9855"/>
                </a:lnTo>
                <a:lnTo>
                  <a:pt x="10244" y="10366"/>
                </a:lnTo>
                <a:lnTo>
                  <a:pt x="9977" y="10877"/>
                </a:lnTo>
                <a:lnTo>
                  <a:pt x="9685" y="11388"/>
                </a:lnTo>
                <a:lnTo>
                  <a:pt x="9393" y="11899"/>
                </a:lnTo>
                <a:lnTo>
                  <a:pt x="9271" y="12118"/>
                </a:lnTo>
                <a:lnTo>
                  <a:pt x="9174" y="12021"/>
                </a:lnTo>
                <a:lnTo>
                  <a:pt x="9101" y="11948"/>
                </a:lnTo>
                <a:lnTo>
                  <a:pt x="8979" y="11899"/>
                </a:lnTo>
                <a:lnTo>
                  <a:pt x="8882" y="11875"/>
                </a:lnTo>
                <a:lnTo>
                  <a:pt x="8760" y="11851"/>
                </a:lnTo>
                <a:lnTo>
                  <a:pt x="8639" y="11851"/>
                </a:lnTo>
                <a:lnTo>
                  <a:pt x="8517" y="11875"/>
                </a:lnTo>
                <a:lnTo>
                  <a:pt x="8420" y="11924"/>
                </a:lnTo>
                <a:lnTo>
                  <a:pt x="8420" y="11924"/>
                </a:lnTo>
                <a:lnTo>
                  <a:pt x="8857" y="11218"/>
                </a:lnTo>
                <a:lnTo>
                  <a:pt x="9320" y="10512"/>
                </a:lnTo>
                <a:lnTo>
                  <a:pt x="9806" y="9831"/>
                </a:lnTo>
                <a:lnTo>
                  <a:pt x="10050" y="9515"/>
                </a:lnTo>
                <a:lnTo>
                  <a:pt x="10317" y="9199"/>
                </a:lnTo>
                <a:lnTo>
                  <a:pt x="10634" y="9199"/>
                </a:lnTo>
                <a:lnTo>
                  <a:pt x="10926" y="9174"/>
                </a:lnTo>
                <a:close/>
                <a:moveTo>
                  <a:pt x="8809" y="12386"/>
                </a:moveTo>
                <a:lnTo>
                  <a:pt x="8833" y="12410"/>
                </a:lnTo>
                <a:lnTo>
                  <a:pt x="8857" y="12459"/>
                </a:lnTo>
                <a:lnTo>
                  <a:pt x="8882" y="12508"/>
                </a:lnTo>
                <a:lnTo>
                  <a:pt x="8882" y="12581"/>
                </a:lnTo>
                <a:lnTo>
                  <a:pt x="8906" y="12654"/>
                </a:lnTo>
                <a:lnTo>
                  <a:pt x="8906" y="12751"/>
                </a:lnTo>
                <a:lnTo>
                  <a:pt x="8882" y="12800"/>
                </a:lnTo>
                <a:lnTo>
                  <a:pt x="8857" y="12897"/>
                </a:lnTo>
                <a:lnTo>
                  <a:pt x="8857" y="12970"/>
                </a:lnTo>
                <a:lnTo>
                  <a:pt x="8809" y="13043"/>
                </a:lnTo>
                <a:lnTo>
                  <a:pt x="8784" y="13092"/>
                </a:lnTo>
                <a:lnTo>
                  <a:pt x="8736" y="13116"/>
                </a:lnTo>
                <a:lnTo>
                  <a:pt x="8711" y="13140"/>
                </a:lnTo>
                <a:lnTo>
                  <a:pt x="8687" y="13140"/>
                </a:lnTo>
                <a:lnTo>
                  <a:pt x="8614" y="13116"/>
                </a:lnTo>
                <a:lnTo>
                  <a:pt x="8517" y="13067"/>
                </a:lnTo>
                <a:lnTo>
                  <a:pt x="8444" y="12970"/>
                </a:lnTo>
                <a:lnTo>
                  <a:pt x="8395" y="12873"/>
                </a:lnTo>
                <a:lnTo>
                  <a:pt x="8395" y="12751"/>
                </a:lnTo>
                <a:lnTo>
                  <a:pt x="8420" y="12629"/>
                </a:lnTo>
                <a:lnTo>
                  <a:pt x="8444" y="12508"/>
                </a:lnTo>
                <a:lnTo>
                  <a:pt x="8614" y="12410"/>
                </a:lnTo>
                <a:lnTo>
                  <a:pt x="8760" y="12386"/>
                </a:lnTo>
                <a:close/>
                <a:moveTo>
                  <a:pt x="7884" y="12702"/>
                </a:moveTo>
                <a:lnTo>
                  <a:pt x="7884" y="12897"/>
                </a:lnTo>
                <a:lnTo>
                  <a:pt x="7909" y="13067"/>
                </a:lnTo>
                <a:lnTo>
                  <a:pt x="7957" y="13189"/>
                </a:lnTo>
                <a:lnTo>
                  <a:pt x="8030" y="13311"/>
                </a:lnTo>
                <a:lnTo>
                  <a:pt x="8128" y="13408"/>
                </a:lnTo>
                <a:lnTo>
                  <a:pt x="8225" y="13481"/>
                </a:lnTo>
                <a:lnTo>
                  <a:pt x="7811" y="13968"/>
                </a:lnTo>
                <a:lnTo>
                  <a:pt x="7568" y="14260"/>
                </a:lnTo>
                <a:lnTo>
                  <a:pt x="7568" y="14065"/>
                </a:lnTo>
                <a:lnTo>
                  <a:pt x="7568" y="13895"/>
                </a:lnTo>
                <a:lnTo>
                  <a:pt x="7544" y="13773"/>
                </a:lnTo>
                <a:lnTo>
                  <a:pt x="7495" y="13676"/>
                </a:lnTo>
                <a:lnTo>
                  <a:pt x="7422" y="13578"/>
                </a:lnTo>
                <a:lnTo>
                  <a:pt x="7349" y="13481"/>
                </a:lnTo>
                <a:lnTo>
                  <a:pt x="7763" y="12873"/>
                </a:lnTo>
                <a:lnTo>
                  <a:pt x="7884" y="12702"/>
                </a:lnTo>
                <a:close/>
                <a:moveTo>
                  <a:pt x="3699" y="9174"/>
                </a:moveTo>
                <a:lnTo>
                  <a:pt x="3869" y="9199"/>
                </a:lnTo>
                <a:lnTo>
                  <a:pt x="4015" y="9223"/>
                </a:lnTo>
                <a:lnTo>
                  <a:pt x="4307" y="9199"/>
                </a:lnTo>
                <a:lnTo>
                  <a:pt x="3310" y="10683"/>
                </a:lnTo>
                <a:lnTo>
                  <a:pt x="2774" y="11437"/>
                </a:lnTo>
                <a:lnTo>
                  <a:pt x="2239" y="12143"/>
                </a:lnTo>
                <a:lnTo>
                  <a:pt x="1996" y="12459"/>
                </a:lnTo>
                <a:lnTo>
                  <a:pt x="1752" y="12775"/>
                </a:lnTo>
                <a:lnTo>
                  <a:pt x="1241" y="13384"/>
                </a:lnTo>
                <a:lnTo>
                  <a:pt x="1071" y="13627"/>
                </a:lnTo>
                <a:lnTo>
                  <a:pt x="876" y="13870"/>
                </a:lnTo>
                <a:lnTo>
                  <a:pt x="731" y="14138"/>
                </a:lnTo>
                <a:lnTo>
                  <a:pt x="682" y="14284"/>
                </a:lnTo>
                <a:lnTo>
                  <a:pt x="633" y="14406"/>
                </a:lnTo>
                <a:lnTo>
                  <a:pt x="585" y="14284"/>
                </a:lnTo>
                <a:lnTo>
                  <a:pt x="536" y="14065"/>
                </a:lnTo>
                <a:lnTo>
                  <a:pt x="512" y="13870"/>
                </a:lnTo>
                <a:lnTo>
                  <a:pt x="560" y="13676"/>
                </a:lnTo>
                <a:lnTo>
                  <a:pt x="633" y="13481"/>
                </a:lnTo>
                <a:lnTo>
                  <a:pt x="706" y="13311"/>
                </a:lnTo>
                <a:lnTo>
                  <a:pt x="779" y="13165"/>
                </a:lnTo>
                <a:lnTo>
                  <a:pt x="779" y="13116"/>
                </a:lnTo>
                <a:lnTo>
                  <a:pt x="949" y="12994"/>
                </a:lnTo>
                <a:lnTo>
                  <a:pt x="1120" y="12848"/>
                </a:lnTo>
                <a:lnTo>
                  <a:pt x="1266" y="12678"/>
                </a:lnTo>
                <a:lnTo>
                  <a:pt x="1412" y="12508"/>
                </a:lnTo>
                <a:lnTo>
                  <a:pt x="1679" y="12118"/>
                </a:lnTo>
                <a:lnTo>
                  <a:pt x="1923" y="11778"/>
                </a:lnTo>
                <a:lnTo>
                  <a:pt x="2288" y="11291"/>
                </a:lnTo>
                <a:lnTo>
                  <a:pt x="2604" y="10780"/>
                </a:lnTo>
                <a:lnTo>
                  <a:pt x="3285" y="9758"/>
                </a:lnTo>
                <a:lnTo>
                  <a:pt x="3699" y="9174"/>
                </a:lnTo>
                <a:close/>
                <a:moveTo>
                  <a:pt x="6984" y="13797"/>
                </a:moveTo>
                <a:lnTo>
                  <a:pt x="7057" y="13846"/>
                </a:lnTo>
                <a:lnTo>
                  <a:pt x="7106" y="13968"/>
                </a:lnTo>
                <a:lnTo>
                  <a:pt x="7130" y="14089"/>
                </a:lnTo>
                <a:lnTo>
                  <a:pt x="7106" y="14211"/>
                </a:lnTo>
                <a:lnTo>
                  <a:pt x="7057" y="14308"/>
                </a:lnTo>
                <a:lnTo>
                  <a:pt x="6984" y="14406"/>
                </a:lnTo>
                <a:lnTo>
                  <a:pt x="6935" y="14430"/>
                </a:lnTo>
                <a:lnTo>
                  <a:pt x="6862" y="14430"/>
                </a:lnTo>
                <a:lnTo>
                  <a:pt x="6692" y="14406"/>
                </a:lnTo>
                <a:lnTo>
                  <a:pt x="6619" y="14381"/>
                </a:lnTo>
                <a:lnTo>
                  <a:pt x="6570" y="14333"/>
                </a:lnTo>
                <a:lnTo>
                  <a:pt x="6546" y="14284"/>
                </a:lnTo>
                <a:lnTo>
                  <a:pt x="6522" y="14211"/>
                </a:lnTo>
                <a:lnTo>
                  <a:pt x="6546" y="14138"/>
                </a:lnTo>
                <a:lnTo>
                  <a:pt x="6595" y="14065"/>
                </a:lnTo>
                <a:lnTo>
                  <a:pt x="6692" y="13919"/>
                </a:lnTo>
                <a:lnTo>
                  <a:pt x="6741" y="13895"/>
                </a:lnTo>
                <a:lnTo>
                  <a:pt x="6814" y="13870"/>
                </a:lnTo>
                <a:lnTo>
                  <a:pt x="6935" y="13846"/>
                </a:lnTo>
                <a:lnTo>
                  <a:pt x="6984" y="13797"/>
                </a:lnTo>
                <a:close/>
                <a:moveTo>
                  <a:pt x="4770" y="9174"/>
                </a:moveTo>
                <a:lnTo>
                  <a:pt x="5281" y="9199"/>
                </a:lnTo>
                <a:lnTo>
                  <a:pt x="5110" y="9393"/>
                </a:lnTo>
                <a:lnTo>
                  <a:pt x="4989" y="9636"/>
                </a:lnTo>
                <a:lnTo>
                  <a:pt x="4745" y="10099"/>
                </a:lnTo>
                <a:lnTo>
                  <a:pt x="4478" y="10561"/>
                </a:lnTo>
                <a:lnTo>
                  <a:pt x="4186" y="11023"/>
                </a:lnTo>
                <a:lnTo>
                  <a:pt x="3869" y="11437"/>
                </a:lnTo>
                <a:lnTo>
                  <a:pt x="3529" y="11851"/>
                </a:lnTo>
                <a:lnTo>
                  <a:pt x="2823" y="12678"/>
                </a:lnTo>
                <a:lnTo>
                  <a:pt x="2117" y="13505"/>
                </a:lnTo>
                <a:lnTo>
                  <a:pt x="1777" y="13846"/>
                </a:lnTo>
                <a:lnTo>
                  <a:pt x="1460" y="14235"/>
                </a:lnTo>
                <a:lnTo>
                  <a:pt x="1144" y="14600"/>
                </a:lnTo>
                <a:lnTo>
                  <a:pt x="998" y="14795"/>
                </a:lnTo>
                <a:lnTo>
                  <a:pt x="876" y="15014"/>
                </a:lnTo>
                <a:lnTo>
                  <a:pt x="779" y="14819"/>
                </a:lnTo>
                <a:lnTo>
                  <a:pt x="706" y="14600"/>
                </a:lnTo>
                <a:lnTo>
                  <a:pt x="925" y="14333"/>
                </a:lnTo>
                <a:lnTo>
                  <a:pt x="1144" y="14041"/>
                </a:lnTo>
                <a:lnTo>
                  <a:pt x="1363" y="13749"/>
                </a:lnTo>
                <a:lnTo>
                  <a:pt x="1582" y="13457"/>
                </a:lnTo>
                <a:lnTo>
                  <a:pt x="2069" y="12897"/>
                </a:lnTo>
                <a:lnTo>
                  <a:pt x="2555" y="12337"/>
                </a:lnTo>
                <a:lnTo>
                  <a:pt x="3091" y="11607"/>
                </a:lnTo>
                <a:lnTo>
                  <a:pt x="3626" y="10853"/>
                </a:lnTo>
                <a:lnTo>
                  <a:pt x="4648" y="9345"/>
                </a:lnTo>
                <a:lnTo>
                  <a:pt x="4697" y="9296"/>
                </a:lnTo>
                <a:lnTo>
                  <a:pt x="4697" y="9272"/>
                </a:lnTo>
                <a:lnTo>
                  <a:pt x="4745" y="9199"/>
                </a:lnTo>
                <a:lnTo>
                  <a:pt x="4770" y="9174"/>
                </a:lnTo>
                <a:close/>
                <a:moveTo>
                  <a:pt x="12094" y="10634"/>
                </a:moveTo>
                <a:lnTo>
                  <a:pt x="12386" y="11072"/>
                </a:lnTo>
                <a:lnTo>
                  <a:pt x="11923" y="11632"/>
                </a:lnTo>
                <a:lnTo>
                  <a:pt x="11461" y="12216"/>
                </a:lnTo>
                <a:lnTo>
                  <a:pt x="10585" y="13359"/>
                </a:lnTo>
                <a:lnTo>
                  <a:pt x="9685" y="14503"/>
                </a:lnTo>
                <a:lnTo>
                  <a:pt x="9295" y="14990"/>
                </a:lnTo>
                <a:lnTo>
                  <a:pt x="9125" y="15257"/>
                </a:lnTo>
                <a:lnTo>
                  <a:pt x="8979" y="15525"/>
                </a:lnTo>
                <a:lnTo>
                  <a:pt x="8152" y="15525"/>
                </a:lnTo>
                <a:lnTo>
                  <a:pt x="8322" y="15379"/>
                </a:lnTo>
                <a:lnTo>
                  <a:pt x="8468" y="15184"/>
                </a:lnTo>
                <a:lnTo>
                  <a:pt x="8736" y="14819"/>
                </a:lnTo>
                <a:lnTo>
                  <a:pt x="9295" y="14065"/>
                </a:lnTo>
                <a:lnTo>
                  <a:pt x="9855" y="13311"/>
                </a:lnTo>
                <a:lnTo>
                  <a:pt x="10098" y="12946"/>
                </a:lnTo>
                <a:lnTo>
                  <a:pt x="10366" y="12605"/>
                </a:lnTo>
                <a:lnTo>
                  <a:pt x="10926" y="11924"/>
                </a:lnTo>
                <a:lnTo>
                  <a:pt x="12094" y="10634"/>
                </a:lnTo>
                <a:close/>
                <a:moveTo>
                  <a:pt x="11364" y="9466"/>
                </a:moveTo>
                <a:lnTo>
                  <a:pt x="11850" y="10220"/>
                </a:lnTo>
                <a:lnTo>
                  <a:pt x="10707" y="11486"/>
                </a:lnTo>
                <a:lnTo>
                  <a:pt x="10171" y="12118"/>
                </a:lnTo>
                <a:lnTo>
                  <a:pt x="9660" y="12800"/>
                </a:lnTo>
                <a:lnTo>
                  <a:pt x="9174" y="13505"/>
                </a:lnTo>
                <a:lnTo>
                  <a:pt x="8711" y="14211"/>
                </a:lnTo>
                <a:lnTo>
                  <a:pt x="8468" y="14503"/>
                </a:lnTo>
                <a:lnTo>
                  <a:pt x="8201" y="14844"/>
                </a:lnTo>
                <a:lnTo>
                  <a:pt x="8079" y="15014"/>
                </a:lnTo>
                <a:lnTo>
                  <a:pt x="7957" y="15184"/>
                </a:lnTo>
                <a:lnTo>
                  <a:pt x="7860" y="15355"/>
                </a:lnTo>
                <a:lnTo>
                  <a:pt x="7811" y="15525"/>
                </a:lnTo>
                <a:lnTo>
                  <a:pt x="6838" y="15549"/>
                </a:lnTo>
                <a:lnTo>
                  <a:pt x="7130" y="15306"/>
                </a:lnTo>
                <a:lnTo>
                  <a:pt x="7422" y="15038"/>
                </a:lnTo>
                <a:lnTo>
                  <a:pt x="7884" y="14503"/>
                </a:lnTo>
                <a:lnTo>
                  <a:pt x="8274" y="14089"/>
                </a:lnTo>
                <a:lnTo>
                  <a:pt x="8639" y="13651"/>
                </a:lnTo>
                <a:lnTo>
                  <a:pt x="8784" y="13651"/>
                </a:lnTo>
                <a:lnTo>
                  <a:pt x="8906" y="13603"/>
                </a:lnTo>
                <a:lnTo>
                  <a:pt x="9028" y="13554"/>
                </a:lnTo>
                <a:lnTo>
                  <a:pt x="9149" y="13457"/>
                </a:lnTo>
                <a:lnTo>
                  <a:pt x="9271" y="13286"/>
                </a:lnTo>
                <a:lnTo>
                  <a:pt x="9368" y="13092"/>
                </a:lnTo>
                <a:lnTo>
                  <a:pt x="9417" y="12873"/>
                </a:lnTo>
                <a:lnTo>
                  <a:pt x="9441" y="12654"/>
                </a:lnTo>
                <a:lnTo>
                  <a:pt x="9514" y="12556"/>
                </a:lnTo>
                <a:lnTo>
                  <a:pt x="9709" y="12289"/>
                </a:lnTo>
                <a:lnTo>
                  <a:pt x="9855" y="12045"/>
                </a:lnTo>
                <a:lnTo>
                  <a:pt x="10171" y="11510"/>
                </a:lnTo>
                <a:lnTo>
                  <a:pt x="10439" y="10975"/>
                </a:lnTo>
                <a:lnTo>
                  <a:pt x="10731" y="10439"/>
                </a:lnTo>
                <a:lnTo>
                  <a:pt x="11047" y="9953"/>
                </a:lnTo>
                <a:lnTo>
                  <a:pt x="11364" y="9466"/>
                </a:lnTo>
                <a:close/>
                <a:moveTo>
                  <a:pt x="12605" y="11437"/>
                </a:moveTo>
                <a:lnTo>
                  <a:pt x="12945" y="11972"/>
                </a:lnTo>
                <a:lnTo>
                  <a:pt x="12678" y="12386"/>
                </a:lnTo>
                <a:lnTo>
                  <a:pt x="12361" y="12800"/>
                </a:lnTo>
                <a:lnTo>
                  <a:pt x="11753" y="13603"/>
                </a:lnTo>
                <a:lnTo>
                  <a:pt x="11583" y="13822"/>
                </a:lnTo>
                <a:lnTo>
                  <a:pt x="11388" y="14065"/>
                </a:lnTo>
                <a:lnTo>
                  <a:pt x="10950" y="14527"/>
                </a:lnTo>
                <a:lnTo>
                  <a:pt x="10755" y="14795"/>
                </a:lnTo>
                <a:lnTo>
                  <a:pt x="10585" y="15038"/>
                </a:lnTo>
                <a:lnTo>
                  <a:pt x="10439" y="15306"/>
                </a:lnTo>
                <a:lnTo>
                  <a:pt x="10317" y="15574"/>
                </a:lnTo>
                <a:lnTo>
                  <a:pt x="9368" y="15549"/>
                </a:lnTo>
                <a:lnTo>
                  <a:pt x="9539" y="15379"/>
                </a:lnTo>
                <a:lnTo>
                  <a:pt x="9685" y="15184"/>
                </a:lnTo>
                <a:lnTo>
                  <a:pt x="9977" y="14795"/>
                </a:lnTo>
                <a:lnTo>
                  <a:pt x="10999" y="13505"/>
                </a:lnTo>
                <a:lnTo>
                  <a:pt x="11802" y="12483"/>
                </a:lnTo>
                <a:lnTo>
                  <a:pt x="12605" y="11437"/>
                </a:lnTo>
                <a:close/>
                <a:moveTo>
                  <a:pt x="5865" y="9199"/>
                </a:moveTo>
                <a:lnTo>
                  <a:pt x="6230" y="9223"/>
                </a:lnTo>
                <a:lnTo>
                  <a:pt x="6084" y="9369"/>
                </a:lnTo>
                <a:lnTo>
                  <a:pt x="5962" y="9539"/>
                </a:lnTo>
                <a:lnTo>
                  <a:pt x="5767" y="9855"/>
                </a:lnTo>
                <a:lnTo>
                  <a:pt x="5548" y="10196"/>
                </a:lnTo>
                <a:lnTo>
                  <a:pt x="5451" y="10318"/>
                </a:lnTo>
                <a:lnTo>
                  <a:pt x="5378" y="10464"/>
                </a:lnTo>
                <a:lnTo>
                  <a:pt x="4891" y="11194"/>
                </a:lnTo>
                <a:lnTo>
                  <a:pt x="4380" y="11924"/>
                </a:lnTo>
                <a:lnTo>
                  <a:pt x="3991" y="12435"/>
                </a:lnTo>
                <a:lnTo>
                  <a:pt x="3577" y="12921"/>
                </a:lnTo>
                <a:lnTo>
                  <a:pt x="2750" y="13895"/>
                </a:lnTo>
                <a:lnTo>
                  <a:pt x="2409" y="14235"/>
                </a:lnTo>
                <a:lnTo>
                  <a:pt x="2069" y="14673"/>
                </a:lnTo>
                <a:lnTo>
                  <a:pt x="1898" y="14917"/>
                </a:lnTo>
                <a:lnTo>
                  <a:pt x="1752" y="15136"/>
                </a:lnTo>
                <a:lnTo>
                  <a:pt x="1655" y="15379"/>
                </a:lnTo>
                <a:lnTo>
                  <a:pt x="1631" y="15476"/>
                </a:lnTo>
                <a:lnTo>
                  <a:pt x="1631" y="15598"/>
                </a:lnTo>
                <a:lnTo>
                  <a:pt x="1363" y="15501"/>
                </a:lnTo>
                <a:lnTo>
                  <a:pt x="1266" y="15452"/>
                </a:lnTo>
                <a:lnTo>
                  <a:pt x="1193" y="15403"/>
                </a:lnTo>
                <a:lnTo>
                  <a:pt x="1047" y="15233"/>
                </a:lnTo>
                <a:lnTo>
                  <a:pt x="1217" y="15111"/>
                </a:lnTo>
                <a:lnTo>
                  <a:pt x="1387" y="14965"/>
                </a:lnTo>
                <a:lnTo>
                  <a:pt x="1704" y="14625"/>
                </a:lnTo>
                <a:lnTo>
                  <a:pt x="2263" y="13943"/>
                </a:lnTo>
                <a:lnTo>
                  <a:pt x="2993" y="13092"/>
                </a:lnTo>
                <a:lnTo>
                  <a:pt x="3723" y="12264"/>
                </a:lnTo>
                <a:lnTo>
                  <a:pt x="4040" y="11924"/>
                </a:lnTo>
                <a:lnTo>
                  <a:pt x="4332" y="11559"/>
                </a:lnTo>
                <a:lnTo>
                  <a:pt x="4599" y="11169"/>
                </a:lnTo>
                <a:lnTo>
                  <a:pt x="4867" y="10756"/>
                </a:lnTo>
                <a:lnTo>
                  <a:pt x="5086" y="10366"/>
                </a:lnTo>
                <a:lnTo>
                  <a:pt x="5281" y="9953"/>
                </a:lnTo>
                <a:lnTo>
                  <a:pt x="5402" y="9734"/>
                </a:lnTo>
                <a:lnTo>
                  <a:pt x="5524" y="9563"/>
                </a:lnTo>
                <a:lnTo>
                  <a:pt x="5670" y="9369"/>
                </a:lnTo>
                <a:lnTo>
                  <a:pt x="5840" y="9223"/>
                </a:lnTo>
                <a:lnTo>
                  <a:pt x="5865" y="9199"/>
                </a:lnTo>
                <a:close/>
                <a:moveTo>
                  <a:pt x="6351" y="14746"/>
                </a:moveTo>
                <a:lnTo>
                  <a:pt x="6497" y="14819"/>
                </a:lnTo>
                <a:lnTo>
                  <a:pt x="6643" y="14868"/>
                </a:lnTo>
                <a:lnTo>
                  <a:pt x="6814" y="14892"/>
                </a:lnTo>
                <a:lnTo>
                  <a:pt x="6984" y="14868"/>
                </a:lnTo>
                <a:lnTo>
                  <a:pt x="6911" y="14941"/>
                </a:lnTo>
                <a:lnTo>
                  <a:pt x="6619" y="15233"/>
                </a:lnTo>
                <a:lnTo>
                  <a:pt x="6497" y="15379"/>
                </a:lnTo>
                <a:lnTo>
                  <a:pt x="6376" y="15549"/>
                </a:lnTo>
                <a:lnTo>
                  <a:pt x="5475" y="15598"/>
                </a:lnTo>
                <a:lnTo>
                  <a:pt x="5719" y="15403"/>
                </a:lnTo>
                <a:lnTo>
                  <a:pt x="5938" y="15184"/>
                </a:lnTo>
                <a:lnTo>
                  <a:pt x="6351" y="14746"/>
                </a:lnTo>
                <a:close/>
                <a:moveTo>
                  <a:pt x="13164" y="12264"/>
                </a:moveTo>
                <a:lnTo>
                  <a:pt x="13432" y="12605"/>
                </a:lnTo>
                <a:lnTo>
                  <a:pt x="13189" y="12873"/>
                </a:lnTo>
                <a:lnTo>
                  <a:pt x="12994" y="13189"/>
                </a:lnTo>
                <a:lnTo>
                  <a:pt x="12629" y="13797"/>
                </a:lnTo>
                <a:lnTo>
                  <a:pt x="12361" y="14235"/>
                </a:lnTo>
                <a:lnTo>
                  <a:pt x="12069" y="14673"/>
                </a:lnTo>
                <a:lnTo>
                  <a:pt x="11777" y="15136"/>
                </a:lnTo>
                <a:lnTo>
                  <a:pt x="11656" y="15355"/>
                </a:lnTo>
                <a:lnTo>
                  <a:pt x="11534" y="15598"/>
                </a:lnTo>
                <a:lnTo>
                  <a:pt x="10828" y="15598"/>
                </a:lnTo>
                <a:lnTo>
                  <a:pt x="10609" y="15574"/>
                </a:lnTo>
                <a:lnTo>
                  <a:pt x="10901" y="15209"/>
                </a:lnTo>
                <a:lnTo>
                  <a:pt x="11169" y="14844"/>
                </a:lnTo>
                <a:lnTo>
                  <a:pt x="11558" y="14357"/>
                </a:lnTo>
                <a:lnTo>
                  <a:pt x="11923" y="13895"/>
                </a:lnTo>
                <a:lnTo>
                  <a:pt x="12556" y="13092"/>
                </a:lnTo>
                <a:lnTo>
                  <a:pt x="12872" y="12702"/>
                </a:lnTo>
                <a:lnTo>
                  <a:pt x="13164" y="12264"/>
                </a:lnTo>
                <a:close/>
                <a:moveTo>
                  <a:pt x="9344" y="9150"/>
                </a:moveTo>
                <a:lnTo>
                  <a:pt x="9782" y="9174"/>
                </a:lnTo>
                <a:lnTo>
                  <a:pt x="9490" y="9539"/>
                </a:lnTo>
                <a:lnTo>
                  <a:pt x="9222" y="9928"/>
                </a:lnTo>
                <a:lnTo>
                  <a:pt x="8711" y="10707"/>
                </a:lnTo>
                <a:lnTo>
                  <a:pt x="8201" y="11510"/>
                </a:lnTo>
                <a:lnTo>
                  <a:pt x="7957" y="11899"/>
                </a:lnTo>
                <a:lnTo>
                  <a:pt x="7690" y="12289"/>
                </a:lnTo>
                <a:lnTo>
                  <a:pt x="6935" y="13311"/>
                </a:lnTo>
                <a:lnTo>
                  <a:pt x="6789" y="13335"/>
                </a:lnTo>
                <a:lnTo>
                  <a:pt x="6668" y="13384"/>
                </a:lnTo>
                <a:lnTo>
                  <a:pt x="6595" y="13432"/>
                </a:lnTo>
                <a:lnTo>
                  <a:pt x="6570" y="13505"/>
                </a:lnTo>
                <a:lnTo>
                  <a:pt x="6473" y="13554"/>
                </a:lnTo>
                <a:lnTo>
                  <a:pt x="6351" y="13651"/>
                </a:lnTo>
                <a:lnTo>
                  <a:pt x="6230" y="13773"/>
                </a:lnTo>
                <a:lnTo>
                  <a:pt x="6157" y="13943"/>
                </a:lnTo>
                <a:lnTo>
                  <a:pt x="6108" y="14089"/>
                </a:lnTo>
                <a:lnTo>
                  <a:pt x="6084" y="14260"/>
                </a:lnTo>
                <a:lnTo>
                  <a:pt x="6108" y="14406"/>
                </a:lnTo>
                <a:lnTo>
                  <a:pt x="5548" y="14990"/>
                </a:lnTo>
                <a:lnTo>
                  <a:pt x="5281" y="15306"/>
                </a:lnTo>
                <a:lnTo>
                  <a:pt x="5037" y="15598"/>
                </a:lnTo>
                <a:lnTo>
                  <a:pt x="4697" y="15622"/>
                </a:lnTo>
                <a:lnTo>
                  <a:pt x="4113" y="15647"/>
                </a:lnTo>
                <a:lnTo>
                  <a:pt x="4356" y="15452"/>
                </a:lnTo>
                <a:lnTo>
                  <a:pt x="4575" y="15233"/>
                </a:lnTo>
                <a:lnTo>
                  <a:pt x="4770" y="15014"/>
                </a:lnTo>
                <a:lnTo>
                  <a:pt x="4940" y="14795"/>
                </a:lnTo>
                <a:lnTo>
                  <a:pt x="5256" y="14333"/>
                </a:lnTo>
                <a:lnTo>
                  <a:pt x="5548" y="13870"/>
                </a:lnTo>
                <a:lnTo>
                  <a:pt x="5840" y="13408"/>
                </a:lnTo>
                <a:lnTo>
                  <a:pt x="6132" y="12946"/>
                </a:lnTo>
                <a:lnTo>
                  <a:pt x="6400" y="12605"/>
                </a:lnTo>
                <a:lnTo>
                  <a:pt x="6692" y="12264"/>
                </a:lnTo>
                <a:lnTo>
                  <a:pt x="6887" y="12216"/>
                </a:lnTo>
                <a:lnTo>
                  <a:pt x="7057" y="12167"/>
                </a:lnTo>
                <a:lnTo>
                  <a:pt x="7227" y="12070"/>
                </a:lnTo>
                <a:lnTo>
                  <a:pt x="7398" y="11972"/>
                </a:lnTo>
                <a:lnTo>
                  <a:pt x="7544" y="11851"/>
                </a:lnTo>
                <a:lnTo>
                  <a:pt x="7665" y="11705"/>
                </a:lnTo>
                <a:lnTo>
                  <a:pt x="7787" y="11534"/>
                </a:lnTo>
                <a:lnTo>
                  <a:pt x="7884" y="11340"/>
                </a:lnTo>
                <a:lnTo>
                  <a:pt x="7933" y="11145"/>
                </a:lnTo>
                <a:lnTo>
                  <a:pt x="7982" y="10902"/>
                </a:lnTo>
                <a:lnTo>
                  <a:pt x="8249" y="10488"/>
                </a:lnTo>
                <a:lnTo>
                  <a:pt x="8493" y="10074"/>
                </a:lnTo>
                <a:lnTo>
                  <a:pt x="8760" y="9661"/>
                </a:lnTo>
                <a:lnTo>
                  <a:pt x="9052" y="9247"/>
                </a:lnTo>
                <a:lnTo>
                  <a:pt x="9101" y="9150"/>
                </a:lnTo>
                <a:close/>
                <a:moveTo>
                  <a:pt x="13700" y="12946"/>
                </a:moveTo>
                <a:lnTo>
                  <a:pt x="13797" y="13067"/>
                </a:lnTo>
                <a:lnTo>
                  <a:pt x="14065" y="13384"/>
                </a:lnTo>
                <a:lnTo>
                  <a:pt x="13967" y="13481"/>
                </a:lnTo>
                <a:lnTo>
                  <a:pt x="13870" y="13603"/>
                </a:lnTo>
                <a:lnTo>
                  <a:pt x="13724" y="13895"/>
                </a:lnTo>
                <a:lnTo>
                  <a:pt x="13578" y="14187"/>
                </a:lnTo>
                <a:lnTo>
                  <a:pt x="13432" y="14430"/>
                </a:lnTo>
                <a:lnTo>
                  <a:pt x="13213" y="14771"/>
                </a:lnTo>
                <a:lnTo>
                  <a:pt x="12970" y="15063"/>
                </a:lnTo>
                <a:lnTo>
                  <a:pt x="12483" y="15647"/>
                </a:lnTo>
                <a:lnTo>
                  <a:pt x="12240" y="15622"/>
                </a:lnTo>
                <a:lnTo>
                  <a:pt x="12021" y="15647"/>
                </a:lnTo>
                <a:lnTo>
                  <a:pt x="11923" y="15622"/>
                </a:lnTo>
                <a:lnTo>
                  <a:pt x="12045" y="15476"/>
                </a:lnTo>
                <a:lnTo>
                  <a:pt x="12191" y="15330"/>
                </a:lnTo>
                <a:lnTo>
                  <a:pt x="12410" y="14990"/>
                </a:lnTo>
                <a:lnTo>
                  <a:pt x="12824" y="14284"/>
                </a:lnTo>
                <a:lnTo>
                  <a:pt x="13335" y="13457"/>
                </a:lnTo>
                <a:lnTo>
                  <a:pt x="13700" y="12946"/>
                </a:lnTo>
                <a:close/>
                <a:moveTo>
                  <a:pt x="14284" y="13870"/>
                </a:moveTo>
                <a:lnTo>
                  <a:pt x="14284" y="14016"/>
                </a:lnTo>
                <a:lnTo>
                  <a:pt x="14284" y="14162"/>
                </a:lnTo>
                <a:lnTo>
                  <a:pt x="14259" y="14333"/>
                </a:lnTo>
                <a:lnTo>
                  <a:pt x="14186" y="14527"/>
                </a:lnTo>
                <a:lnTo>
                  <a:pt x="14065" y="14771"/>
                </a:lnTo>
                <a:lnTo>
                  <a:pt x="13919" y="15063"/>
                </a:lnTo>
                <a:lnTo>
                  <a:pt x="13724" y="15306"/>
                </a:lnTo>
                <a:lnTo>
                  <a:pt x="13627" y="15428"/>
                </a:lnTo>
                <a:lnTo>
                  <a:pt x="13529" y="15501"/>
                </a:lnTo>
                <a:lnTo>
                  <a:pt x="13408" y="15574"/>
                </a:lnTo>
                <a:lnTo>
                  <a:pt x="13286" y="15622"/>
                </a:lnTo>
                <a:lnTo>
                  <a:pt x="13164" y="15647"/>
                </a:lnTo>
                <a:lnTo>
                  <a:pt x="13018" y="15647"/>
                </a:lnTo>
                <a:lnTo>
                  <a:pt x="13189" y="15476"/>
                </a:lnTo>
                <a:lnTo>
                  <a:pt x="13359" y="15257"/>
                </a:lnTo>
                <a:lnTo>
                  <a:pt x="13651" y="14868"/>
                </a:lnTo>
                <a:lnTo>
                  <a:pt x="13967" y="14381"/>
                </a:lnTo>
                <a:lnTo>
                  <a:pt x="14138" y="14138"/>
                </a:lnTo>
                <a:lnTo>
                  <a:pt x="14284" y="13870"/>
                </a:lnTo>
                <a:close/>
                <a:moveTo>
                  <a:pt x="5865" y="12094"/>
                </a:moveTo>
                <a:lnTo>
                  <a:pt x="5986" y="12167"/>
                </a:lnTo>
                <a:lnTo>
                  <a:pt x="6108" y="12216"/>
                </a:lnTo>
                <a:lnTo>
                  <a:pt x="5962" y="12386"/>
                </a:lnTo>
                <a:lnTo>
                  <a:pt x="5670" y="12800"/>
                </a:lnTo>
                <a:lnTo>
                  <a:pt x="5402" y="13238"/>
                </a:lnTo>
                <a:lnTo>
                  <a:pt x="4867" y="14114"/>
                </a:lnTo>
                <a:lnTo>
                  <a:pt x="4526" y="14600"/>
                </a:lnTo>
                <a:lnTo>
                  <a:pt x="4356" y="14819"/>
                </a:lnTo>
                <a:lnTo>
                  <a:pt x="4161" y="15038"/>
                </a:lnTo>
                <a:lnTo>
                  <a:pt x="4015" y="15209"/>
                </a:lnTo>
                <a:lnTo>
                  <a:pt x="3845" y="15355"/>
                </a:lnTo>
                <a:lnTo>
                  <a:pt x="3675" y="15525"/>
                </a:lnTo>
                <a:lnTo>
                  <a:pt x="3529" y="15671"/>
                </a:lnTo>
                <a:lnTo>
                  <a:pt x="2847" y="15695"/>
                </a:lnTo>
                <a:lnTo>
                  <a:pt x="2847" y="15695"/>
                </a:lnTo>
                <a:lnTo>
                  <a:pt x="3018" y="15501"/>
                </a:lnTo>
                <a:lnTo>
                  <a:pt x="3796" y="14625"/>
                </a:lnTo>
                <a:lnTo>
                  <a:pt x="4575" y="13797"/>
                </a:lnTo>
                <a:lnTo>
                  <a:pt x="4940" y="13359"/>
                </a:lnTo>
                <a:lnTo>
                  <a:pt x="5281" y="12921"/>
                </a:lnTo>
                <a:lnTo>
                  <a:pt x="5865" y="12094"/>
                </a:lnTo>
                <a:close/>
                <a:moveTo>
                  <a:pt x="5281" y="11364"/>
                </a:moveTo>
                <a:lnTo>
                  <a:pt x="5378" y="11607"/>
                </a:lnTo>
                <a:lnTo>
                  <a:pt x="5451" y="11729"/>
                </a:lnTo>
                <a:lnTo>
                  <a:pt x="5548" y="11851"/>
                </a:lnTo>
                <a:lnTo>
                  <a:pt x="5232" y="12289"/>
                </a:lnTo>
                <a:lnTo>
                  <a:pt x="4867" y="12800"/>
                </a:lnTo>
                <a:lnTo>
                  <a:pt x="4478" y="13286"/>
                </a:lnTo>
                <a:lnTo>
                  <a:pt x="3650" y="14211"/>
                </a:lnTo>
                <a:lnTo>
                  <a:pt x="3334" y="14576"/>
                </a:lnTo>
                <a:lnTo>
                  <a:pt x="2993" y="14941"/>
                </a:lnTo>
                <a:lnTo>
                  <a:pt x="2750" y="15330"/>
                </a:lnTo>
                <a:lnTo>
                  <a:pt x="2507" y="15720"/>
                </a:lnTo>
                <a:lnTo>
                  <a:pt x="2166" y="15695"/>
                </a:lnTo>
                <a:lnTo>
                  <a:pt x="1825" y="15647"/>
                </a:lnTo>
                <a:lnTo>
                  <a:pt x="1947" y="15525"/>
                </a:lnTo>
                <a:lnTo>
                  <a:pt x="2044" y="15403"/>
                </a:lnTo>
                <a:lnTo>
                  <a:pt x="2239" y="15111"/>
                </a:lnTo>
                <a:lnTo>
                  <a:pt x="2604" y="14625"/>
                </a:lnTo>
                <a:lnTo>
                  <a:pt x="3018" y="14162"/>
                </a:lnTo>
                <a:lnTo>
                  <a:pt x="3748" y="13311"/>
                </a:lnTo>
                <a:lnTo>
                  <a:pt x="4113" y="12897"/>
                </a:lnTo>
                <a:lnTo>
                  <a:pt x="4478" y="12459"/>
                </a:lnTo>
                <a:lnTo>
                  <a:pt x="4867" y="11924"/>
                </a:lnTo>
                <a:lnTo>
                  <a:pt x="5281" y="11364"/>
                </a:lnTo>
                <a:close/>
                <a:moveTo>
                  <a:pt x="5500" y="1"/>
                </a:moveTo>
                <a:lnTo>
                  <a:pt x="5086" y="50"/>
                </a:lnTo>
                <a:lnTo>
                  <a:pt x="4916" y="98"/>
                </a:lnTo>
                <a:lnTo>
                  <a:pt x="4721" y="147"/>
                </a:lnTo>
                <a:lnTo>
                  <a:pt x="4551" y="220"/>
                </a:lnTo>
                <a:lnTo>
                  <a:pt x="4405" y="293"/>
                </a:lnTo>
                <a:lnTo>
                  <a:pt x="4259" y="415"/>
                </a:lnTo>
                <a:lnTo>
                  <a:pt x="4137" y="512"/>
                </a:lnTo>
                <a:lnTo>
                  <a:pt x="4040" y="658"/>
                </a:lnTo>
                <a:lnTo>
                  <a:pt x="3991" y="828"/>
                </a:lnTo>
                <a:lnTo>
                  <a:pt x="3942" y="1072"/>
                </a:lnTo>
                <a:lnTo>
                  <a:pt x="3942" y="1388"/>
                </a:lnTo>
                <a:lnTo>
                  <a:pt x="3967" y="1704"/>
                </a:lnTo>
                <a:lnTo>
                  <a:pt x="4064" y="2020"/>
                </a:lnTo>
                <a:lnTo>
                  <a:pt x="4210" y="2288"/>
                </a:lnTo>
                <a:lnTo>
                  <a:pt x="4283" y="2434"/>
                </a:lnTo>
                <a:lnTo>
                  <a:pt x="4380" y="2556"/>
                </a:lnTo>
                <a:lnTo>
                  <a:pt x="4502" y="2653"/>
                </a:lnTo>
                <a:lnTo>
                  <a:pt x="4599" y="2726"/>
                </a:lnTo>
                <a:lnTo>
                  <a:pt x="4745" y="2799"/>
                </a:lnTo>
                <a:lnTo>
                  <a:pt x="4867" y="2823"/>
                </a:lnTo>
                <a:lnTo>
                  <a:pt x="4891" y="3213"/>
                </a:lnTo>
                <a:lnTo>
                  <a:pt x="4891" y="3578"/>
                </a:lnTo>
                <a:lnTo>
                  <a:pt x="4843" y="4332"/>
                </a:lnTo>
                <a:lnTo>
                  <a:pt x="4843" y="4965"/>
                </a:lnTo>
                <a:lnTo>
                  <a:pt x="4843" y="5622"/>
                </a:lnTo>
                <a:lnTo>
                  <a:pt x="4843" y="5914"/>
                </a:lnTo>
                <a:lnTo>
                  <a:pt x="4818" y="6206"/>
                </a:lnTo>
                <a:lnTo>
                  <a:pt x="4794" y="6473"/>
                </a:lnTo>
                <a:lnTo>
                  <a:pt x="4818" y="6619"/>
                </a:lnTo>
                <a:lnTo>
                  <a:pt x="4843" y="6765"/>
                </a:lnTo>
                <a:lnTo>
                  <a:pt x="4697" y="6911"/>
                </a:lnTo>
                <a:lnTo>
                  <a:pt x="4551" y="7082"/>
                </a:lnTo>
                <a:lnTo>
                  <a:pt x="4332" y="7447"/>
                </a:lnTo>
                <a:lnTo>
                  <a:pt x="3723" y="8250"/>
                </a:lnTo>
                <a:lnTo>
                  <a:pt x="3115" y="9077"/>
                </a:lnTo>
                <a:lnTo>
                  <a:pt x="2434" y="10074"/>
                </a:lnTo>
                <a:lnTo>
                  <a:pt x="1728" y="11072"/>
                </a:lnTo>
                <a:lnTo>
                  <a:pt x="1047" y="12045"/>
                </a:lnTo>
                <a:lnTo>
                  <a:pt x="706" y="12483"/>
                </a:lnTo>
                <a:lnTo>
                  <a:pt x="560" y="12702"/>
                </a:lnTo>
                <a:lnTo>
                  <a:pt x="487" y="12824"/>
                </a:lnTo>
                <a:lnTo>
                  <a:pt x="463" y="12946"/>
                </a:lnTo>
                <a:lnTo>
                  <a:pt x="366" y="13043"/>
                </a:lnTo>
                <a:lnTo>
                  <a:pt x="293" y="13116"/>
                </a:lnTo>
                <a:lnTo>
                  <a:pt x="147" y="13335"/>
                </a:lnTo>
                <a:lnTo>
                  <a:pt x="74" y="13578"/>
                </a:lnTo>
                <a:lnTo>
                  <a:pt x="1" y="13773"/>
                </a:lnTo>
                <a:lnTo>
                  <a:pt x="1" y="13968"/>
                </a:lnTo>
                <a:lnTo>
                  <a:pt x="25" y="14138"/>
                </a:lnTo>
                <a:lnTo>
                  <a:pt x="49" y="14333"/>
                </a:lnTo>
                <a:lnTo>
                  <a:pt x="122" y="14503"/>
                </a:lnTo>
                <a:lnTo>
                  <a:pt x="268" y="14868"/>
                </a:lnTo>
                <a:lnTo>
                  <a:pt x="414" y="15184"/>
                </a:lnTo>
                <a:lnTo>
                  <a:pt x="512" y="15355"/>
                </a:lnTo>
                <a:lnTo>
                  <a:pt x="633" y="15501"/>
                </a:lnTo>
                <a:lnTo>
                  <a:pt x="755" y="15647"/>
                </a:lnTo>
                <a:lnTo>
                  <a:pt x="876" y="15744"/>
                </a:lnTo>
                <a:lnTo>
                  <a:pt x="998" y="15841"/>
                </a:lnTo>
                <a:lnTo>
                  <a:pt x="1144" y="15939"/>
                </a:lnTo>
                <a:lnTo>
                  <a:pt x="1290" y="15987"/>
                </a:lnTo>
                <a:lnTo>
                  <a:pt x="1460" y="16060"/>
                </a:lnTo>
                <a:lnTo>
                  <a:pt x="1777" y="16133"/>
                </a:lnTo>
                <a:lnTo>
                  <a:pt x="2117" y="16182"/>
                </a:lnTo>
                <a:lnTo>
                  <a:pt x="2482" y="16182"/>
                </a:lnTo>
                <a:lnTo>
                  <a:pt x="2847" y="16158"/>
                </a:lnTo>
                <a:lnTo>
                  <a:pt x="5208" y="16060"/>
                </a:lnTo>
                <a:lnTo>
                  <a:pt x="6400" y="16012"/>
                </a:lnTo>
                <a:lnTo>
                  <a:pt x="7568" y="15987"/>
                </a:lnTo>
                <a:lnTo>
                  <a:pt x="8711" y="15987"/>
                </a:lnTo>
                <a:lnTo>
                  <a:pt x="9879" y="16036"/>
                </a:lnTo>
                <a:lnTo>
                  <a:pt x="10828" y="16036"/>
                </a:lnTo>
                <a:lnTo>
                  <a:pt x="11339" y="16060"/>
                </a:lnTo>
                <a:lnTo>
                  <a:pt x="11826" y="16109"/>
                </a:lnTo>
                <a:lnTo>
                  <a:pt x="11850" y="16158"/>
                </a:lnTo>
                <a:lnTo>
                  <a:pt x="11899" y="16182"/>
                </a:lnTo>
                <a:lnTo>
                  <a:pt x="11972" y="16206"/>
                </a:lnTo>
                <a:lnTo>
                  <a:pt x="12045" y="16206"/>
                </a:lnTo>
                <a:lnTo>
                  <a:pt x="12459" y="16182"/>
                </a:lnTo>
                <a:lnTo>
                  <a:pt x="13067" y="16182"/>
                </a:lnTo>
                <a:lnTo>
                  <a:pt x="13262" y="16158"/>
                </a:lnTo>
                <a:lnTo>
                  <a:pt x="13456" y="16109"/>
                </a:lnTo>
                <a:lnTo>
                  <a:pt x="13651" y="16060"/>
                </a:lnTo>
                <a:lnTo>
                  <a:pt x="13773" y="15987"/>
                </a:lnTo>
                <a:lnTo>
                  <a:pt x="13870" y="15914"/>
                </a:lnTo>
                <a:lnTo>
                  <a:pt x="14065" y="15744"/>
                </a:lnTo>
                <a:lnTo>
                  <a:pt x="14211" y="15549"/>
                </a:lnTo>
                <a:lnTo>
                  <a:pt x="14357" y="15330"/>
                </a:lnTo>
                <a:lnTo>
                  <a:pt x="14527" y="14990"/>
                </a:lnTo>
                <a:lnTo>
                  <a:pt x="14697" y="14673"/>
                </a:lnTo>
                <a:lnTo>
                  <a:pt x="14770" y="14503"/>
                </a:lnTo>
                <a:lnTo>
                  <a:pt x="14795" y="14308"/>
                </a:lnTo>
                <a:lnTo>
                  <a:pt x="14843" y="14138"/>
                </a:lnTo>
                <a:lnTo>
                  <a:pt x="14843" y="13943"/>
                </a:lnTo>
                <a:lnTo>
                  <a:pt x="14819" y="13749"/>
                </a:lnTo>
                <a:lnTo>
                  <a:pt x="14770" y="13578"/>
                </a:lnTo>
                <a:lnTo>
                  <a:pt x="14697" y="13408"/>
                </a:lnTo>
                <a:lnTo>
                  <a:pt x="14624" y="13262"/>
                </a:lnTo>
                <a:lnTo>
                  <a:pt x="14405" y="12970"/>
                </a:lnTo>
                <a:lnTo>
                  <a:pt x="14162" y="12702"/>
                </a:lnTo>
                <a:lnTo>
                  <a:pt x="13773" y="12240"/>
                </a:lnTo>
                <a:lnTo>
                  <a:pt x="13408" y="11753"/>
                </a:lnTo>
                <a:lnTo>
                  <a:pt x="13408" y="11705"/>
                </a:lnTo>
                <a:lnTo>
                  <a:pt x="13359" y="11680"/>
                </a:lnTo>
                <a:lnTo>
                  <a:pt x="13018" y="11145"/>
                </a:lnTo>
                <a:lnTo>
                  <a:pt x="12702" y="10610"/>
                </a:lnTo>
                <a:lnTo>
                  <a:pt x="12410" y="10074"/>
                </a:lnTo>
                <a:lnTo>
                  <a:pt x="12094" y="9563"/>
                </a:lnTo>
                <a:lnTo>
                  <a:pt x="11534" y="8736"/>
                </a:lnTo>
                <a:lnTo>
                  <a:pt x="10974" y="7909"/>
                </a:lnTo>
                <a:lnTo>
                  <a:pt x="10755" y="7593"/>
                </a:lnTo>
                <a:lnTo>
                  <a:pt x="10536" y="7276"/>
                </a:lnTo>
                <a:lnTo>
                  <a:pt x="10415" y="7130"/>
                </a:lnTo>
                <a:lnTo>
                  <a:pt x="10293" y="6984"/>
                </a:lnTo>
                <a:lnTo>
                  <a:pt x="10147" y="6863"/>
                </a:lnTo>
                <a:lnTo>
                  <a:pt x="10001" y="6765"/>
                </a:lnTo>
                <a:lnTo>
                  <a:pt x="10074" y="6595"/>
                </a:lnTo>
                <a:lnTo>
                  <a:pt x="10123" y="6400"/>
                </a:lnTo>
                <a:lnTo>
                  <a:pt x="10147" y="6206"/>
                </a:lnTo>
                <a:lnTo>
                  <a:pt x="10171" y="5987"/>
                </a:lnTo>
                <a:lnTo>
                  <a:pt x="10171" y="5573"/>
                </a:lnTo>
                <a:lnTo>
                  <a:pt x="10147" y="5184"/>
                </a:lnTo>
                <a:lnTo>
                  <a:pt x="10147" y="4016"/>
                </a:lnTo>
                <a:lnTo>
                  <a:pt x="10147" y="3724"/>
                </a:lnTo>
                <a:lnTo>
                  <a:pt x="10123" y="3432"/>
                </a:lnTo>
                <a:lnTo>
                  <a:pt x="10074" y="3140"/>
                </a:lnTo>
                <a:lnTo>
                  <a:pt x="10025" y="2848"/>
                </a:lnTo>
                <a:lnTo>
                  <a:pt x="10317" y="2580"/>
                </a:lnTo>
                <a:lnTo>
                  <a:pt x="10609" y="2288"/>
                </a:lnTo>
                <a:lnTo>
                  <a:pt x="10755" y="2142"/>
                </a:lnTo>
                <a:lnTo>
                  <a:pt x="10877" y="1996"/>
                </a:lnTo>
                <a:lnTo>
                  <a:pt x="10974" y="1826"/>
                </a:lnTo>
                <a:lnTo>
                  <a:pt x="11072" y="1631"/>
                </a:lnTo>
                <a:lnTo>
                  <a:pt x="11096" y="1436"/>
                </a:lnTo>
                <a:lnTo>
                  <a:pt x="11096" y="1266"/>
                </a:lnTo>
                <a:lnTo>
                  <a:pt x="11047" y="1096"/>
                </a:lnTo>
                <a:lnTo>
                  <a:pt x="10974" y="950"/>
                </a:lnTo>
                <a:lnTo>
                  <a:pt x="10877" y="804"/>
                </a:lnTo>
                <a:lnTo>
                  <a:pt x="10755" y="682"/>
                </a:lnTo>
                <a:lnTo>
                  <a:pt x="10609" y="561"/>
                </a:lnTo>
                <a:lnTo>
                  <a:pt x="10463" y="463"/>
                </a:lnTo>
                <a:lnTo>
                  <a:pt x="10269" y="366"/>
                </a:lnTo>
                <a:lnTo>
                  <a:pt x="10074" y="293"/>
                </a:lnTo>
                <a:lnTo>
                  <a:pt x="9855" y="244"/>
                </a:lnTo>
                <a:lnTo>
                  <a:pt x="9636" y="196"/>
                </a:lnTo>
                <a:lnTo>
                  <a:pt x="9198" y="171"/>
                </a:lnTo>
                <a:lnTo>
                  <a:pt x="8784" y="147"/>
                </a:lnTo>
                <a:lnTo>
                  <a:pt x="7665" y="123"/>
                </a:lnTo>
                <a:lnTo>
                  <a:pt x="7106" y="98"/>
                </a:lnTo>
                <a:lnTo>
                  <a:pt x="6546" y="50"/>
                </a:lnTo>
                <a:lnTo>
                  <a:pt x="62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E22EB7-7317-4A9C-B18B-15859C86A626}"/>
              </a:ext>
            </a:extLst>
          </p:cNvPr>
          <p:cNvSpPr txBox="1"/>
          <p:nvPr/>
        </p:nvSpPr>
        <p:spPr>
          <a:xfrm>
            <a:off x="1577363" y="1033546"/>
            <a:ext cx="79815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Bahnschrift" panose="020B0502040204020203" pitchFamily="34" charset="0"/>
              </a:rPr>
              <a:t>First, we will convert all the named features into numbers so that we can implement them into our model.</a:t>
            </a:r>
            <a:endParaRPr lang="en-IN" sz="2000" dirty="0"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CD7DC2-226B-40E3-9CC1-B101164D62CC}"/>
              </a:ext>
            </a:extLst>
          </p:cNvPr>
          <p:cNvSpPr txBox="1"/>
          <p:nvPr/>
        </p:nvSpPr>
        <p:spPr>
          <a:xfrm>
            <a:off x="1908698" y="1862056"/>
            <a:ext cx="2068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Bahnschrift" panose="020B0502040204020203" pitchFamily="34" charset="0"/>
              </a:rPr>
              <a:t>FOR EXAMPLE 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449601-1CEC-4CF7-BF04-8C53A8F2C0D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814087" y="3853819"/>
            <a:ext cx="7981595" cy="18493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8316C0-0CA2-46F4-B475-C650949BE3A9}"/>
              </a:ext>
            </a:extLst>
          </p:cNvPr>
          <p:cNvSpPr txBox="1"/>
          <p:nvPr/>
        </p:nvSpPr>
        <p:spPr>
          <a:xfrm>
            <a:off x="2651845" y="5766853"/>
            <a:ext cx="5832629" cy="2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05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{ 'Brand' ,'Location', '</a:t>
            </a:r>
            <a:r>
              <a:rPr lang="en-IN" sz="105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Fuel_Type</a:t>
            </a:r>
            <a:r>
              <a:rPr lang="en-IN" sz="105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</a:t>
            </a:r>
            <a:r>
              <a:rPr lang="en-IN" sz="10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05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'Transmission'</a:t>
            </a:r>
            <a:r>
              <a:rPr lang="en-IN" sz="10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,</a:t>
            </a:r>
            <a:r>
              <a:rPr lang="en-IN" sz="105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'Owner_Type',</a:t>
            </a:r>
            <a:r>
              <a:rPr lang="en-IN" sz="10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05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'Model',</a:t>
            </a:r>
            <a:r>
              <a:rPr lang="en-IN" sz="10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05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'Engine',</a:t>
            </a:r>
            <a:r>
              <a:rPr lang="en-IN" sz="100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050" dirty="0">
                <a:solidFill>
                  <a:srgbClr val="000000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'Power' }</a:t>
            </a:r>
            <a:endParaRPr lang="en-IN" sz="1000" dirty="0"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19</a:t>
            </a:fld>
            <a:endParaRPr/>
          </a:p>
        </p:txBody>
      </p:sp>
      <p:sp>
        <p:nvSpPr>
          <p:cNvPr id="299" name="Google Shape;299;p27"/>
          <p:cNvSpPr/>
          <p:nvPr/>
        </p:nvSpPr>
        <p:spPr>
          <a:xfrm rot="942510">
            <a:off x="10438715" y="5003237"/>
            <a:ext cx="1204912" cy="1315511"/>
          </a:xfrm>
          <a:custGeom>
            <a:avLst/>
            <a:gdLst/>
            <a:ahLst/>
            <a:cxnLst/>
            <a:rect l="l" t="t" r="r" b="b"/>
            <a:pathLst>
              <a:path w="14844" h="16207" extrusionOk="0">
                <a:moveTo>
                  <a:pt x="7836" y="2337"/>
                </a:moveTo>
                <a:lnTo>
                  <a:pt x="7519" y="2385"/>
                </a:lnTo>
                <a:lnTo>
                  <a:pt x="7081" y="2410"/>
                </a:lnTo>
                <a:lnTo>
                  <a:pt x="6619" y="2434"/>
                </a:lnTo>
                <a:lnTo>
                  <a:pt x="6327" y="2434"/>
                </a:lnTo>
                <a:lnTo>
                  <a:pt x="6181" y="2458"/>
                </a:lnTo>
                <a:lnTo>
                  <a:pt x="6035" y="2507"/>
                </a:lnTo>
                <a:lnTo>
                  <a:pt x="5986" y="2556"/>
                </a:lnTo>
                <a:lnTo>
                  <a:pt x="5962" y="2604"/>
                </a:lnTo>
                <a:lnTo>
                  <a:pt x="5962" y="2653"/>
                </a:lnTo>
                <a:lnTo>
                  <a:pt x="5962" y="2726"/>
                </a:lnTo>
                <a:lnTo>
                  <a:pt x="6059" y="2848"/>
                </a:lnTo>
                <a:lnTo>
                  <a:pt x="6181" y="2921"/>
                </a:lnTo>
                <a:lnTo>
                  <a:pt x="6303" y="2969"/>
                </a:lnTo>
                <a:lnTo>
                  <a:pt x="6449" y="3018"/>
                </a:lnTo>
                <a:lnTo>
                  <a:pt x="7057" y="3018"/>
                </a:lnTo>
                <a:lnTo>
                  <a:pt x="7519" y="2994"/>
                </a:lnTo>
                <a:lnTo>
                  <a:pt x="7957" y="2945"/>
                </a:lnTo>
                <a:lnTo>
                  <a:pt x="8152" y="2945"/>
                </a:lnTo>
                <a:lnTo>
                  <a:pt x="8347" y="2969"/>
                </a:lnTo>
                <a:lnTo>
                  <a:pt x="8833" y="2969"/>
                </a:lnTo>
                <a:lnTo>
                  <a:pt x="8906" y="2921"/>
                </a:lnTo>
                <a:lnTo>
                  <a:pt x="8955" y="2848"/>
                </a:lnTo>
                <a:lnTo>
                  <a:pt x="8979" y="2775"/>
                </a:lnTo>
                <a:lnTo>
                  <a:pt x="9003" y="2702"/>
                </a:lnTo>
                <a:lnTo>
                  <a:pt x="8979" y="2629"/>
                </a:lnTo>
                <a:lnTo>
                  <a:pt x="8930" y="2556"/>
                </a:lnTo>
                <a:lnTo>
                  <a:pt x="8857" y="2483"/>
                </a:lnTo>
                <a:lnTo>
                  <a:pt x="8711" y="2410"/>
                </a:lnTo>
                <a:lnTo>
                  <a:pt x="8566" y="2361"/>
                </a:lnTo>
                <a:lnTo>
                  <a:pt x="8395" y="2337"/>
                </a:lnTo>
                <a:close/>
                <a:moveTo>
                  <a:pt x="7130" y="5768"/>
                </a:moveTo>
                <a:lnTo>
                  <a:pt x="7154" y="5792"/>
                </a:lnTo>
                <a:lnTo>
                  <a:pt x="7179" y="5816"/>
                </a:lnTo>
                <a:lnTo>
                  <a:pt x="7203" y="5841"/>
                </a:lnTo>
                <a:lnTo>
                  <a:pt x="7227" y="5889"/>
                </a:lnTo>
                <a:lnTo>
                  <a:pt x="7227" y="5987"/>
                </a:lnTo>
                <a:lnTo>
                  <a:pt x="7203" y="6084"/>
                </a:lnTo>
                <a:lnTo>
                  <a:pt x="7179" y="6157"/>
                </a:lnTo>
                <a:lnTo>
                  <a:pt x="7106" y="6206"/>
                </a:lnTo>
                <a:lnTo>
                  <a:pt x="6960" y="6254"/>
                </a:lnTo>
                <a:lnTo>
                  <a:pt x="6814" y="6230"/>
                </a:lnTo>
                <a:lnTo>
                  <a:pt x="6741" y="6206"/>
                </a:lnTo>
                <a:lnTo>
                  <a:pt x="6692" y="6157"/>
                </a:lnTo>
                <a:lnTo>
                  <a:pt x="6668" y="6084"/>
                </a:lnTo>
                <a:lnTo>
                  <a:pt x="6643" y="6011"/>
                </a:lnTo>
                <a:lnTo>
                  <a:pt x="6668" y="5938"/>
                </a:lnTo>
                <a:lnTo>
                  <a:pt x="6692" y="5865"/>
                </a:lnTo>
                <a:lnTo>
                  <a:pt x="6741" y="5816"/>
                </a:lnTo>
                <a:lnTo>
                  <a:pt x="6789" y="5768"/>
                </a:lnTo>
                <a:lnTo>
                  <a:pt x="6838" y="5816"/>
                </a:lnTo>
                <a:lnTo>
                  <a:pt x="6911" y="5841"/>
                </a:lnTo>
                <a:lnTo>
                  <a:pt x="7008" y="5816"/>
                </a:lnTo>
                <a:lnTo>
                  <a:pt x="7081" y="5816"/>
                </a:lnTo>
                <a:lnTo>
                  <a:pt x="7130" y="5768"/>
                </a:lnTo>
                <a:close/>
                <a:moveTo>
                  <a:pt x="6911" y="5232"/>
                </a:moveTo>
                <a:lnTo>
                  <a:pt x="6741" y="5257"/>
                </a:lnTo>
                <a:lnTo>
                  <a:pt x="6595" y="5305"/>
                </a:lnTo>
                <a:lnTo>
                  <a:pt x="6473" y="5427"/>
                </a:lnTo>
                <a:lnTo>
                  <a:pt x="6351" y="5549"/>
                </a:lnTo>
                <a:lnTo>
                  <a:pt x="6254" y="5695"/>
                </a:lnTo>
                <a:lnTo>
                  <a:pt x="6181" y="5865"/>
                </a:lnTo>
                <a:lnTo>
                  <a:pt x="6157" y="6011"/>
                </a:lnTo>
                <a:lnTo>
                  <a:pt x="6157" y="6108"/>
                </a:lnTo>
                <a:lnTo>
                  <a:pt x="6157" y="6206"/>
                </a:lnTo>
                <a:lnTo>
                  <a:pt x="6181" y="6303"/>
                </a:lnTo>
                <a:lnTo>
                  <a:pt x="6230" y="6376"/>
                </a:lnTo>
                <a:lnTo>
                  <a:pt x="6351" y="6522"/>
                </a:lnTo>
                <a:lnTo>
                  <a:pt x="6497" y="6644"/>
                </a:lnTo>
                <a:lnTo>
                  <a:pt x="6668" y="6717"/>
                </a:lnTo>
                <a:lnTo>
                  <a:pt x="6862" y="6741"/>
                </a:lnTo>
                <a:lnTo>
                  <a:pt x="7057" y="6741"/>
                </a:lnTo>
                <a:lnTo>
                  <a:pt x="7252" y="6692"/>
                </a:lnTo>
                <a:lnTo>
                  <a:pt x="7373" y="6644"/>
                </a:lnTo>
                <a:lnTo>
                  <a:pt x="7495" y="6546"/>
                </a:lnTo>
                <a:lnTo>
                  <a:pt x="7592" y="6449"/>
                </a:lnTo>
                <a:lnTo>
                  <a:pt x="7665" y="6327"/>
                </a:lnTo>
                <a:lnTo>
                  <a:pt x="7714" y="6181"/>
                </a:lnTo>
                <a:lnTo>
                  <a:pt x="7738" y="6035"/>
                </a:lnTo>
                <a:lnTo>
                  <a:pt x="7738" y="5889"/>
                </a:lnTo>
                <a:lnTo>
                  <a:pt x="7714" y="5743"/>
                </a:lnTo>
                <a:lnTo>
                  <a:pt x="7665" y="5622"/>
                </a:lnTo>
                <a:lnTo>
                  <a:pt x="7617" y="5524"/>
                </a:lnTo>
                <a:lnTo>
                  <a:pt x="7544" y="5451"/>
                </a:lnTo>
                <a:lnTo>
                  <a:pt x="7471" y="5378"/>
                </a:lnTo>
                <a:lnTo>
                  <a:pt x="7373" y="5330"/>
                </a:lnTo>
                <a:lnTo>
                  <a:pt x="7276" y="5281"/>
                </a:lnTo>
                <a:lnTo>
                  <a:pt x="7081" y="5281"/>
                </a:lnTo>
                <a:lnTo>
                  <a:pt x="6984" y="5257"/>
                </a:lnTo>
                <a:lnTo>
                  <a:pt x="6911" y="5232"/>
                </a:lnTo>
                <a:close/>
                <a:moveTo>
                  <a:pt x="7982" y="7276"/>
                </a:moveTo>
                <a:lnTo>
                  <a:pt x="7884" y="7301"/>
                </a:lnTo>
                <a:lnTo>
                  <a:pt x="7787" y="7325"/>
                </a:lnTo>
                <a:lnTo>
                  <a:pt x="7738" y="7374"/>
                </a:lnTo>
                <a:lnTo>
                  <a:pt x="7617" y="7495"/>
                </a:lnTo>
                <a:lnTo>
                  <a:pt x="7568" y="7617"/>
                </a:lnTo>
                <a:lnTo>
                  <a:pt x="7544" y="7739"/>
                </a:lnTo>
                <a:lnTo>
                  <a:pt x="7568" y="7885"/>
                </a:lnTo>
                <a:lnTo>
                  <a:pt x="7617" y="8006"/>
                </a:lnTo>
                <a:lnTo>
                  <a:pt x="7665" y="8104"/>
                </a:lnTo>
                <a:lnTo>
                  <a:pt x="7714" y="8177"/>
                </a:lnTo>
                <a:lnTo>
                  <a:pt x="7860" y="8250"/>
                </a:lnTo>
                <a:lnTo>
                  <a:pt x="8030" y="8298"/>
                </a:lnTo>
                <a:lnTo>
                  <a:pt x="8103" y="8298"/>
                </a:lnTo>
                <a:lnTo>
                  <a:pt x="8176" y="8274"/>
                </a:lnTo>
                <a:lnTo>
                  <a:pt x="8298" y="8225"/>
                </a:lnTo>
                <a:lnTo>
                  <a:pt x="8444" y="8104"/>
                </a:lnTo>
                <a:lnTo>
                  <a:pt x="8566" y="7958"/>
                </a:lnTo>
                <a:lnTo>
                  <a:pt x="8590" y="7885"/>
                </a:lnTo>
                <a:lnTo>
                  <a:pt x="8590" y="7812"/>
                </a:lnTo>
                <a:lnTo>
                  <a:pt x="8590" y="7739"/>
                </a:lnTo>
                <a:lnTo>
                  <a:pt x="8566" y="7666"/>
                </a:lnTo>
                <a:lnTo>
                  <a:pt x="8468" y="7520"/>
                </a:lnTo>
                <a:lnTo>
                  <a:pt x="8347" y="7422"/>
                </a:lnTo>
                <a:lnTo>
                  <a:pt x="8225" y="7398"/>
                </a:lnTo>
                <a:lnTo>
                  <a:pt x="8152" y="7325"/>
                </a:lnTo>
                <a:lnTo>
                  <a:pt x="8079" y="7301"/>
                </a:lnTo>
                <a:lnTo>
                  <a:pt x="7982" y="7276"/>
                </a:lnTo>
                <a:close/>
                <a:moveTo>
                  <a:pt x="5889" y="488"/>
                </a:moveTo>
                <a:lnTo>
                  <a:pt x="6205" y="512"/>
                </a:lnTo>
                <a:lnTo>
                  <a:pt x="6716" y="561"/>
                </a:lnTo>
                <a:lnTo>
                  <a:pt x="7373" y="609"/>
                </a:lnTo>
                <a:lnTo>
                  <a:pt x="8055" y="634"/>
                </a:lnTo>
                <a:lnTo>
                  <a:pt x="8736" y="634"/>
                </a:lnTo>
                <a:lnTo>
                  <a:pt x="9393" y="682"/>
                </a:lnTo>
                <a:lnTo>
                  <a:pt x="9587" y="707"/>
                </a:lnTo>
                <a:lnTo>
                  <a:pt x="9782" y="731"/>
                </a:lnTo>
                <a:lnTo>
                  <a:pt x="10001" y="804"/>
                </a:lnTo>
                <a:lnTo>
                  <a:pt x="10196" y="877"/>
                </a:lnTo>
                <a:lnTo>
                  <a:pt x="10366" y="974"/>
                </a:lnTo>
                <a:lnTo>
                  <a:pt x="10439" y="1047"/>
                </a:lnTo>
                <a:lnTo>
                  <a:pt x="10512" y="1120"/>
                </a:lnTo>
                <a:lnTo>
                  <a:pt x="10536" y="1193"/>
                </a:lnTo>
                <a:lnTo>
                  <a:pt x="10585" y="1291"/>
                </a:lnTo>
                <a:lnTo>
                  <a:pt x="10585" y="1388"/>
                </a:lnTo>
                <a:lnTo>
                  <a:pt x="10585" y="1485"/>
                </a:lnTo>
                <a:lnTo>
                  <a:pt x="10536" y="1631"/>
                </a:lnTo>
                <a:lnTo>
                  <a:pt x="10439" y="1777"/>
                </a:lnTo>
                <a:lnTo>
                  <a:pt x="10317" y="1923"/>
                </a:lnTo>
                <a:lnTo>
                  <a:pt x="10196" y="2045"/>
                </a:lnTo>
                <a:lnTo>
                  <a:pt x="9904" y="2288"/>
                </a:lnTo>
                <a:lnTo>
                  <a:pt x="9660" y="2507"/>
                </a:lnTo>
                <a:lnTo>
                  <a:pt x="9587" y="2604"/>
                </a:lnTo>
                <a:lnTo>
                  <a:pt x="9587" y="2677"/>
                </a:lnTo>
                <a:lnTo>
                  <a:pt x="9587" y="2775"/>
                </a:lnTo>
                <a:lnTo>
                  <a:pt x="9636" y="2848"/>
                </a:lnTo>
                <a:lnTo>
                  <a:pt x="9587" y="3091"/>
                </a:lnTo>
                <a:lnTo>
                  <a:pt x="9563" y="3334"/>
                </a:lnTo>
                <a:lnTo>
                  <a:pt x="9563" y="3845"/>
                </a:lnTo>
                <a:lnTo>
                  <a:pt x="9587" y="4381"/>
                </a:lnTo>
                <a:lnTo>
                  <a:pt x="9612" y="4867"/>
                </a:lnTo>
                <a:lnTo>
                  <a:pt x="9612" y="5816"/>
                </a:lnTo>
                <a:lnTo>
                  <a:pt x="9612" y="6060"/>
                </a:lnTo>
                <a:lnTo>
                  <a:pt x="9563" y="6303"/>
                </a:lnTo>
                <a:lnTo>
                  <a:pt x="9563" y="6546"/>
                </a:lnTo>
                <a:lnTo>
                  <a:pt x="9587" y="6765"/>
                </a:lnTo>
                <a:lnTo>
                  <a:pt x="9612" y="6838"/>
                </a:lnTo>
                <a:lnTo>
                  <a:pt x="9660" y="6887"/>
                </a:lnTo>
                <a:lnTo>
                  <a:pt x="9660" y="6936"/>
                </a:lnTo>
                <a:lnTo>
                  <a:pt x="9685" y="6984"/>
                </a:lnTo>
                <a:lnTo>
                  <a:pt x="10269" y="7787"/>
                </a:lnTo>
                <a:lnTo>
                  <a:pt x="10828" y="8639"/>
                </a:lnTo>
                <a:lnTo>
                  <a:pt x="10512" y="8615"/>
                </a:lnTo>
                <a:lnTo>
                  <a:pt x="10171" y="8639"/>
                </a:lnTo>
                <a:lnTo>
                  <a:pt x="9514" y="8663"/>
                </a:lnTo>
                <a:lnTo>
                  <a:pt x="8395" y="8688"/>
                </a:lnTo>
                <a:lnTo>
                  <a:pt x="7300" y="8712"/>
                </a:lnTo>
                <a:lnTo>
                  <a:pt x="6765" y="8736"/>
                </a:lnTo>
                <a:lnTo>
                  <a:pt x="6254" y="8736"/>
                </a:lnTo>
                <a:lnTo>
                  <a:pt x="5208" y="8712"/>
                </a:lnTo>
                <a:lnTo>
                  <a:pt x="4599" y="8712"/>
                </a:lnTo>
                <a:lnTo>
                  <a:pt x="4283" y="8736"/>
                </a:lnTo>
                <a:lnTo>
                  <a:pt x="4137" y="8761"/>
                </a:lnTo>
                <a:lnTo>
                  <a:pt x="3991" y="8809"/>
                </a:lnTo>
                <a:lnTo>
                  <a:pt x="4599" y="8006"/>
                </a:lnTo>
                <a:lnTo>
                  <a:pt x="4940" y="7520"/>
                </a:lnTo>
                <a:lnTo>
                  <a:pt x="5135" y="7276"/>
                </a:lnTo>
                <a:lnTo>
                  <a:pt x="5305" y="7082"/>
                </a:lnTo>
                <a:lnTo>
                  <a:pt x="5354" y="7009"/>
                </a:lnTo>
                <a:lnTo>
                  <a:pt x="5378" y="6911"/>
                </a:lnTo>
                <a:lnTo>
                  <a:pt x="5354" y="6838"/>
                </a:lnTo>
                <a:lnTo>
                  <a:pt x="5329" y="6741"/>
                </a:lnTo>
                <a:lnTo>
                  <a:pt x="5329" y="6717"/>
                </a:lnTo>
                <a:lnTo>
                  <a:pt x="5354" y="6084"/>
                </a:lnTo>
                <a:lnTo>
                  <a:pt x="5354" y="5451"/>
                </a:lnTo>
                <a:lnTo>
                  <a:pt x="5354" y="4794"/>
                </a:lnTo>
                <a:lnTo>
                  <a:pt x="5378" y="4162"/>
                </a:lnTo>
                <a:lnTo>
                  <a:pt x="5402" y="3821"/>
                </a:lnTo>
                <a:lnTo>
                  <a:pt x="5427" y="3432"/>
                </a:lnTo>
                <a:lnTo>
                  <a:pt x="5402" y="3237"/>
                </a:lnTo>
                <a:lnTo>
                  <a:pt x="5378" y="3042"/>
                </a:lnTo>
                <a:lnTo>
                  <a:pt x="5329" y="2872"/>
                </a:lnTo>
                <a:lnTo>
                  <a:pt x="5256" y="2726"/>
                </a:lnTo>
                <a:lnTo>
                  <a:pt x="5256" y="2653"/>
                </a:lnTo>
                <a:lnTo>
                  <a:pt x="5256" y="2604"/>
                </a:lnTo>
                <a:lnTo>
                  <a:pt x="5232" y="2556"/>
                </a:lnTo>
                <a:lnTo>
                  <a:pt x="5183" y="2507"/>
                </a:lnTo>
                <a:lnTo>
                  <a:pt x="4989" y="2385"/>
                </a:lnTo>
                <a:lnTo>
                  <a:pt x="4794" y="2215"/>
                </a:lnTo>
                <a:lnTo>
                  <a:pt x="4648" y="1996"/>
                </a:lnTo>
                <a:lnTo>
                  <a:pt x="4502" y="1777"/>
                </a:lnTo>
                <a:lnTo>
                  <a:pt x="4405" y="1534"/>
                </a:lnTo>
                <a:lnTo>
                  <a:pt x="4380" y="1412"/>
                </a:lnTo>
                <a:lnTo>
                  <a:pt x="4380" y="1291"/>
                </a:lnTo>
                <a:lnTo>
                  <a:pt x="4380" y="1169"/>
                </a:lnTo>
                <a:lnTo>
                  <a:pt x="4429" y="1047"/>
                </a:lnTo>
                <a:lnTo>
                  <a:pt x="4478" y="926"/>
                </a:lnTo>
                <a:lnTo>
                  <a:pt x="4551" y="828"/>
                </a:lnTo>
                <a:lnTo>
                  <a:pt x="4624" y="755"/>
                </a:lnTo>
                <a:lnTo>
                  <a:pt x="4721" y="682"/>
                </a:lnTo>
                <a:lnTo>
                  <a:pt x="4843" y="609"/>
                </a:lnTo>
                <a:lnTo>
                  <a:pt x="4989" y="561"/>
                </a:lnTo>
                <a:lnTo>
                  <a:pt x="5256" y="512"/>
                </a:lnTo>
                <a:lnTo>
                  <a:pt x="5573" y="488"/>
                </a:lnTo>
                <a:close/>
                <a:moveTo>
                  <a:pt x="7446" y="9199"/>
                </a:moveTo>
                <a:lnTo>
                  <a:pt x="7106" y="9612"/>
                </a:lnTo>
                <a:lnTo>
                  <a:pt x="7033" y="9588"/>
                </a:lnTo>
                <a:lnTo>
                  <a:pt x="6960" y="9563"/>
                </a:lnTo>
                <a:lnTo>
                  <a:pt x="6789" y="9563"/>
                </a:lnTo>
                <a:lnTo>
                  <a:pt x="6595" y="9588"/>
                </a:lnTo>
                <a:lnTo>
                  <a:pt x="6424" y="9636"/>
                </a:lnTo>
                <a:lnTo>
                  <a:pt x="6595" y="9466"/>
                </a:lnTo>
                <a:lnTo>
                  <a:pt x="6643" y="9369"/>
                </a:lnTo>
                <a:lnTo>
                  <a:pt x="6692" y="9272"/>
                </a:lnTo>
                <a:lnTo>
                  <a:pt x="6692" y="9223"/>
                </a:lnTo>
                <a:lnTo>
                  <a:pt x="7300" y="9199"/>
                </a:lnTo>
                <a:close/>
                <a:moveTo>
                  <a:pt x="8566" y="9174"/>
                </a:moveTo>
                <a:lnTo>
                  <a:pt x="8347" y="9418"/>
                </a:lnTo>
                <a:lnTo>
                  <a:pt x="8176" y="9661"/>
                </a:lnTo>
                <a:lnTo>
                  <a:pt x="7860" y="10196"/>
                </a:lnTo>
                <a:lnTo>
                  <a:pt x="7836" y="10147"/>
                </a:lnTo>
                <a:lnTo>
                  <a:pt x="7787" y="10050"/>
                </a:lnTo>
                <a:lnTo>
                  <a:pt x="7714" y="9953"/>
                </a:lnTo>
                <a:lnTo>
                  <a:pt x="7617" y="9855"/>
                </a:lnTo>
                <a:lnTo>
                  <a:pt x="7519" y="9782"/>
                </a:lnTo>
                <a:lnTo>
                  <a:pt x="7982" y="9223"/>
                </a:lnTo>
                <a:lnTo>
                  <a:pt x="8030" y="9174"/>
                </a:lnTo>
                <a:close/>
                <a:moveTo>
                  <a:pt x="6765" y="10099"/>
                </a:moveTo>
                <a:lnTo>
                  <a:pt x="6935" y="10172"/>
                </a:lnTo>
                <a:lnTo>
                  <a:pt x="7081" y="10220"/>
                </a:lnTo>
                <a:lnTo>
                  <a:pt x="7227" y="10293"/>
                </a:lnTo>
                <a:lnTo>
                  <a:pt x="7276" y="10366"/>
                </a:lnTo>
                <a:lnTo>
                  <a:pt x="7325" y="10439"/>
                </a:lnTo>
                <a:lnTo>
                  <a:pt x="7373" y="10610"/>
                </a:lnTo>
                <a:lnTo>
                  <a:pt x="7398" y="10780"/>
                </a:lnTo>
                <a:lnTo>
                  <a:pt x="7373" y="10950"/>
                </a:lnTo>
                <a:lnTo>
                  <a:pt x="7325" y="11121"/>
                </a:lnTo>
                <a:lnTo>
                  <a:pt x="7300" y="11242"/>
                </a:lnTo>
                <a:lnTo>
                  <a:pt x="7227" y="11340"/>
                </a:lnTo>
                <a:lnTo>
                  <a:pt x="7154" y="11413"/>
                </a:lnTo>
                <a:lnTo>
                  <a:pt x="7081" y="11510"/>
                </a:lnTo>
                <a:lnTo>
                  <a:pt x="6984" y="11559"/>
                </a:lnTo>
                <a:lnTo>
                  <a:pt x="6887" y="11607"/>
                </a:lnTo>
                <a:lnTo>
                  <a:pt x="6692" y="11680"/>
                </a:lnTo>
                <a:lnTo>
                  <a:pt x="6351" y="11680"/>
                </a:lnTo>
                <a:lnTo>
                  <a:pt x="6254" y="11632"/>
                </a:lnTo>
                <a:lnTo>
                  <a:pt x="6157" y="11607"/>
                </a:lnTo>
                <a:lnTo>
                  <a:pt x="6059" y="11534"/>
                </a:lnTo>
                <a:lnTo>
                  <a:pt x="5986" y="11461"/>
                </a:lnTo>
                <a:lnTo>
                  <a:pt x="5913" y="11364"/>
                </a:lnTo>
                <a:lnTo>
                  <a:pt x="5840" y="11218"/>
                </a:lnTo>
                <a:lnTo>
                  <a:pt x="5816" y="11096"/>
                </a:lnTo>
                <a:lnTo>
                  <a:pt x="5816" y="10950"/>
                </a:lnTo>
                <a:lnTo>
                  <a:pt x="5840" y="10829"/>
                </a:lnTo>
                <a:lnTo>
                  <a:pt x="5889" y="10683"/>
                </a:lnTo>
                <a:lnTo>
                  <a:pt x="5986" y="10585"/>
                </a:lnTo>
                <a:lnTo>
                  <a:pt x="6084" y="10464"/>
                </a:lnTo>
                <a:lnTo>
                  <a:pt x="6181" y="10366"/>
                </a:lnTo>
                <a:lnTo>
                  <a:pt x="6424" y="10220"/>
                </a:lnTo>
                <a:lnTo>
                  <a:pt x="6668" y="10123"/>
                </a:lnTo>
                <a:lnTo>
                  <a:pt x="6741" y="10099"/>
                </a:lnTo>
                <a:close/>
                <a:moveTo>
                  <a:pt x="10926" y="9174"/>
                </a:moveTo>
                <a:lnTo>
                  <a:pt x="10707" y="9539"/>
                </a:lnTo>
                <a:lnTo>
                  <a:pt x="10536" y="9855"/>
                </a:lnTo>
                <a:lnTo>
                  <a:pt x="10244" y="10366"/>
                </a:lnTo>
                <a:lnTo>
                  <a:pt x="9977" y="10877"/>
                </a:lnTo>
                <a:lnTo>
                  <a:pt x="9685" y="11388"/>
                </a:lnTo>
                <a:lnTo>
                  <a:pt x="9393" y="11899"/>
                </a:lnTo>
                <a:lnTo>
                  <a:pt x="9271" y="12118"/>
                </a:lnTo>
                <a:lnTo>
                  <a:pt x="9174" y="12021"/>
                </a:lnTo>
                <a:lnTo>
                  <a:pt x="9101" y="11948"/>
                </a:lnTo>
                <a:lnTo>
                  <a:pt x="8979" y="11899"/>
                </a:lnTo>
                <a:lnTo>
                  <a:pt x="8882" y="11875"/>
                </a:lnTo>
                <a:lnTo>
                  <a:pt x="8760" y="11851"/>
                </a:lnTo>
                <a:lnTo>
                  <a:pt x="8639" y="11851"/>
                </a:lnTo>
                <a:lnTo>
                  <a:pt x="8517" y="11875"/>
                </a:lnTo>
                <a:lnTo>
                  <a:pt x="8420" y="11924"/>
                </a:lnTo>
                <a:lnTo>
                  <a:pt x="8420" y="11924"/>
                </a:lnTo>
                <a:lnTo>
                  <a:pt x="8857" y="11218"/>
                </a:lnTo>
                <a:lnTo>
                  <a:pt x="9320" y="10512"/>
                </a:lnTo>
                <a:lnTo>
                  <a:pt x="9806" y="9831"/>
                </a:lnTo>
                <a:lnTo>
                  <a:pt x="10050" y="9515"/>
                </a:lnTo>
                <a:lnTo>
                  <a:pt x="10317" y="9199"/>
                </a:lnTo>
                <a:lnTo>
                  <a:pt x="10634" y="9199"/>
                </a:lnTo>
                <a:lnTo>
                  <a:pt x="10926" y="9174"/>
                </a:lnTo>
                <a:close/>
                <a:moveTo>
                  <a:pt x="8809" y="12386"/>
                </a:moveTo>
                <a:lnTo>
                  <a:pt x="8833" y="12410"/>
                </a:lnTo>
                <a:lnTo>
                  <a:pt x="8857" y="12459"/>
                </a:lnTo>
                <a:lnTo>
                  <a:pt x="8882" y="12508"/>
                </a:lnTo>
                <a:lnTo>
                  <a:pt x="8882" y="12581"/>
                </a:lnTo>
                <a:lnTo>
                  <a:pt x="8906" y="12654"/>
                </a:lnTo>
                <a:lnTo>
                  <a:pt x="8906" y="12751"/>
                </a:lnTo>
                <a:lnTo>
                  <a:pt x="8882" y="12800"/>
                </a:lnTo>
                <a:lnTo>
                  <a:pt x="8857" y="12897"/>
                </a:lnTo>
                <a:lnTo>
                  <a:pt x="8857" y="12970"/>
                </a:lnTo>
                <a:lnTo>
                  <a:pt x="8809" y="13043"/>
                </a:lnTo>
                <a:lnTo>
                  <a:pt x="8784" y="13092"/>
                </a:lnTo>
                <a:lnTo>
                  <a:pt x="8736" y="13116"/>
                </a:lnTo>
                <a:lnTo>
                  <a:pt x="8711" y="13140"/>
                </a:lnTo>
                <a:lnTo>
                  <a:pt x="8687" y="13140"/>
                </a:lnTo>
                <a:lnTo>
                  <a:pt x="8614" y="13116"/>
                </a:lnTo>
                <a:lnTo>
                  <a:pt x="8517" y="13067"/>
                </a:lnTo>
                <a:lnTo>
                  <a:pt x="8444" y="12970"/>
                </a:lnTo>
                <a:lnTo>
                  <a:pt x="8395" y="12873"/>
                </a:lnTo>
                <a:lnTo>
                  <a:pt x="8395" y="12751"/>
                </a:lnTo>
                <a:lnTo>
                  <a:pt x="8420" y="12629"/>
                </a:lnTo>
                <a:lnTo>
                  <a:pt x="8444" y="12508"/>
                </a:lnTo>
                <a:lnTo>
                  <a:pt x="8614" y="12410"/>
                </a:lnTo>
                <a:lnTo>
                  <a:pt x="8760" y="12386"/>
                </a:lnTo>
                <a:close/>
                <a:moveTo>
                  <a:pt x="7884" y="12702"/>
                </a:moveTo>
                <a:lnTo>
                  <a:pt x="7884" y="12897"/>
                </a:lnTo>
                <a:lnTo>
                  <a:pt x="7909" y="13067"/>
                </a:lnTo>
                <a:lnTo>
                  <a:pt x="7957" y="13189"/>
                </a:lnTo>
                <a:lnTo>
                  <a:pt x="8030" y="13311"/>
                </a:lnTo>
                <a:lnTo>
                  <a:pt x="8128" y="13408"/>
                </a:lnTo>
                <a:lnTo>
                  <a:pt x="8225" y="13481"/>
                </a:lnTo>
                <a:lnTo>
                  <a:pt x="7811" y="13968"/>
                </a:lnTo>
                <a:lnTo>
                  <a:pt x="7568" y="14260"/>
                </a:lnTo>
                <a:lnTo>
                  <a:pt x="7568" y="14065"/>
                </a:lnTo>
                <a:lnTo>
                  <a:pt x="7568" y="13895"/>
                </a:lnTo>
                <a:lnTo>
                  <a:pt x="7544" y="13773"/>
                </a:lnTo>
                <a:lnTo>
                  <a:pt x="7495" y="13676"/>
                </a:lnTo>
                <a:lnTo>
                  <a:pt x="7422" y="13578"/>
                </a:lnTo>
                <a:lnTo>
                  <a:pt x="7349" y="13481"/>
                </a:lnTo>
                <a:lnTo>
                  <a:pt x="7763" y="12873"/>
                </a:lnTo>
                <a:lnTo>
                  <a:pt x="7884" y="12702"/>
                </a:lnTo>
                <a:close/>
                <a:moveTo>
                  <a:pt x="3699" y="9174"/>
                </a:moveTo>
                <a:lnTo>
                  <a:pt x="3869" y="9199"/>
                </a:lnTo>
                <a:lnTo>
                  <a:pt x="4015" y="9223"/>
                </a:lnTo>
                <a:lnTo>
                  <a:pt x="4307" y="9199"/>
                </a:lnTo>
                <a:lnTo>
                  <a:pt x="3310" y="10683"/>
                </a:lnTo>
                <a:lnTo>
                  <a:pt x="2774" y="11437"/>
                </a:lnTo>
                <a:lnTo>
                  <a:pt x="2239" y="12143"/>
                </a:lnTo>
                <a:lnTo>
                  <a:pt x="1996" y="12459"/>
                </a:lnTo>
                <a:lnTo>
                  <a:pt x="1752" y="12775"/>
                </a:lnTo>
                <a:lnTo>
                  <a:pt x="1241" y="13384"/>
                </a:lnTo>
                <a:lnTo>
                  <a:pt x="1071" y="13627"/>
                </a:lnTo>
                <a:lnTo>
                  <a:pt x="876" y="13870"/>
                </a:lnTo>
                <a:lnTo>
                  <a:pt x="731" y="14138"/>
                </a:lnTo>
                <a:lnTo>
                  <a:pt x="682" y="14284"/>
                </a:lnTo>
                <a:lnTo>
                  <a:pt x="633" y="14406"/>
                </a:lnTo>
                <a:lnTo>
                  <a:pt x="585" y="14284"/>
                </a:lnTo>
                <a:lnTo>
                  <a:pt x="536" y="14065"/>
                </a:lnTo>
                <a:lnTo>
                  <a:pt x="512" y="13870"/>
                </a:lnTo>
                <a:lnTo>
                  <a:pt x="560" y="13676"/>
                </a:lnTo>
                <a:lnTo>
                  <a:pt x="633" y="13481"/>
                </a:lnTo>
                <a:lnTo>
                  <a:pt x="706" y="13311"/>
                </a:lnTo>
                <a:lnTo>
                  <a:pt x="779" y="13165"/>
                </a:lnTo>
                <a:lnTo>
                  <a:pt x="779" y="13116"/>
                </a:lnTo>
                <a:lnTo>
                  <a:pt x="949" y="12994"/>
                </a:lnTo>
                <a:lnTo>
                  <a:pt x="1120" y="12848"/>
                </a:lnTo>
                <a:lnTo>
                  <a:pt x="1266" y="12678"/>
                </a:lnTo>
                <a:lnTo>
                  <a:pt x="1412" y="12508"/>
                </a:lnTo>
                <a:lnTo>
                  <a:pt x="1679" y="12118"/>
                </a:lnTo>
                <a:lnTo>
                  <a:pt x="1923" y="11778"/>
                </a:lnTo>
                <a:lnTo>
                  <a:pt x="2288" y="11291"/>
                </a:lnTo>
                <a:lnTo>
                  <a:pt x="2604" y="10780"/>
                </a:lnTo>
                <a:lnTo>
                  <a:pt x="3285" y="9758"/>
                </a:lnTo>
                <a:lnTo>
                  <a:pt x="3699" y="9174"/>
                </a:lnTo>
                <a:close/>
                <a:moveTo>
                  <a:pt x="6984" y="13797"/>
                </a:moveTo>
                <a:lnTo>
                  <a:pt x="7057" y="13846"/>
                </a:lnTo>
                <a:lnTo>
                  <a:pt x="7106" y="13968"/>
                </a:lnTo>
                <a:lnTo>
                  <a:pt x="7130" y="14089"/>
                </a:lnTo>
                <a:lnTo>
                  <a:pt x="7106" y="14211"/>
                </a:lnTo>
                <a:lnTo>
                  <a:pt x="7057" y="14308"/>
                </a:lnTo>
                <a:lnTo>
                  <a:pt x="6984" y="14406"/>
                </a:lnTo>
                <a:lnTo>
                  <a:pt x="6935" y="14430"/>
                </a:lnTo>
                <a:lnTo>
                  <a:pt x="6862" y="14430"/>
                </a:lnTo>
                <a:lnTo>
                  <a:pt x="6692" y="14406"/>
                </a:lnTo>
                <a:lnTo>
                  <a:pt x="6619" y="14381"/>
                </a:lnTo>
                <a:lnTo>
                  <a:pt x="6570" y="14333"/>
                </a:lnTo>
                <a:lnTo>
                  <a:pt x="6546" y="14284"/>
                </a:lnTo>
                <a:lnTo>
                  <a:pt x="6522" y="14211"/>
                </a:lnTo>
                <a:lnTo>
                  <a:pt x="6546" y="14138"/>
                </a:lnTo>
                <a:lnTo>
                  <a:pt x="6595" y="14065"/>
                </a:lnTo>
                <a:lnTo>
                  <a:pt x="6692" y="13919"/>
                </a:lnTo>
                <a:lnTo>
                  <a:pt x="6741" y="13895"/>
                </a:lnTo>
                <a:lnTo>
                  <a:pt x="6814" y="13870"/>
                </a:lnTo>
                <a:lnTo>
                  <a:pt x="6935" y="13846"/>
                </a:lnTo>
                <a:lnTo>
                  <a:pt x="6984" y="13797"/>
                </a:lnTo>
                <a:close/>
                <a:moveTo>
                  <a:pt x="4770" y="9174"/>
                </a:moveTo>
                <a:lnTo>
                  <a:pt x="5281" y="9199"/>
                </a:lnTo>
                <a:lnTo>
                  <a:pt x="5110" y="9393"/>
                </a:lnTo>
                <a:lnTo>
                  <a:pt x="4989" y="9636"/>
                </a:lnTo>
                <a:lnTo>
                  <a:pt x="4745" y="10099"/>
                </a:lnTo>
                <a:lnTo>
                  <a:pt x="4478" y="10561"/>
                </a:lnTo>
                <a:lnTo>
                  <a:pt x="4186" y="11023"/>
                </a:lnTo>
                <a:lnTo>
                  <a:pt x="3869" y="11437"/>
                </a:lnTo>
                <a:lnTo>
                  <a:pt x="3529" y="11851"/>
                </a:lnTo>
                <a:lnTo>
                  <a:pt x="2823" y="12678"/>
                </a:lnTo>
                <a:lnTo>
                  <a:pt x="2117" y="13505"/>
                </a:lnTo>
                <a:lnTo>
                  <a:pt x="1777" y="13846"/>
                </a:lnTo>
                <a:lnTo>
                  <a:pt x="1460" y="14235"/>
                </a:lnTo>
                <a:lnTo>
                  <a:pt x="1144" y="14600"/>
                </a:lnTo>
                <a:lnTo>
                  <a:pt x="998" y="14795"/>
                </a:lnTo>
                <a:lnTo>
                  <a:pt x="876" y="15014"/>
                </a:lnTo>
                <a:lnTo>
                  <a:pt x="779" y="14819"/>
                </a:lnTo>
                <a:lnTo>
                  <a:pt x="706" y="14600"/>
                </a:lnTo>
                <a:lnTo>
                  <a:pt x="925" y="14333"/>
                </a:lnTo>
                <a:lnTo>
                  <a:pt x="1144" y="14041"/>
                </a:lnTo>
                <a:lnTo>
                  <a:pt x="1363" y="13749"/>
                </a:lnTo>
                <a:lnTo>
                  <a:pt x="1582" y="13457"/>
                </a:lnTo>
                <a:lnTo>
                  <a:pt x="2069" y="12897"/>
                </a:lnTo>
                <a:lnTo>
                  <a:pt x="2555" y="12337"/>
                </a:lnTo>
                <a:lnTo>
                  <a:pt x="3091" y="11607"/>
                </a:lnTo>
                <a:lnTo>
                  <a:pt x="3626" y="10853"/>
                </a:lnTo>
                <a:lnTo>
                  <a:pt x="4648" y="9345"/>
                </a:lnTo>
                <a:lnTo>
                  <a:pt x="4697" y="9296"/>
                </a:lnTo>
                <a:lnTo>
                  <a:pt x="4697" y="9272"/>
                </a:lnTo>
                <a:lnTo>
                  <a:pt x="4745" y="9199"/>
                </a:lnTo>
                <a:lnTo>
                  <a:pt x="4770" y="9174"/>
                </a:lnTo>
                <a:close/>
                <a:moveTo>
                  <a:pt x="12094" y="10634"/>
                </a:moveTo>
                <a:lnTo>
                  <a:pt x="12386" y="11072"/>
                </a:lnTo>
                <a:lnTo>
                  <a:pt x="11923" y="11632"/>
                </a:lnTo>
                <a:lnTo>
                  <a:pt x="11461" y="12216"/>
                </a:lnTo>
                <a:lnTo>
                  <a:pt x="10585" y="13359"/>
                </a:lnTo>
                <a:lnTo>
                  <a:pt x="9685" y="14503"/>
                </a:lnTo>
                <a:lnTo>
                  <a:pt x="9295" y="14990"/>
                </a:lnTo>
                <a:lnTo>
                  <a:pt x="9125" y="15257"/>
                </a:lnTo>
                <a:lnTo>
                  <a:pt x="8979" y="15525"/>
                </a:lnTo>
                <a:lnTo>
                  <a:pt x="8152" y="15525"/>
                </a:lnTo>
                <a:lnTo>
                  <a:pt x="8322" y="15379"/>
                </a:lnTo>
                <a:lnTo>
                  <a:pt x="8468" y="15184"/>
                </a:lnTo>
                <a:lnTo>
                  <a:pt x="8736" y="14819"/>
                </a:lnTo>
                <a:lnTo>
                  <a:pt x="9295" y="14065"/>
                </a:lnTo>
                <a:lnTo>
                  <a:pt x="9855" y="13311"/>
                </a:lnTo>
                <a:lnTo>
                  <a:pt x="10098" y="12946"/>
                </a:lnTo>
                <a:lnTo>
                  <a:pt x="10366" y="12605"/>
                </a:lnTo>
                <a:lnTo>
                  <a:pt x="10926" y="11924"/>
                </a:lnTo>
                <a:lnTo>
                  <a:pt x="12094" y="10634"/>
                </a:lnTo>
                <a:close/>
                <a:moveTo>
                  <a:pt x="11364" y="9466"/>
                </a:moveTo>
                <a:lnTo>
                  <a:pt x="11850" y="10220"/>
                </a:lnTo>
                <a:lnTo>
                  <a:pt x="10707" y="11486"/>
                </a:lnTo>
                <a:lnTo>
                  <a:pt x="10171" y="12118"/>
                </a:lnTo>
                <a:lnTo>
                  <a:pt x="9660" y="12800"/>
                </a:lnTo>
                <a:lnTo>
                  <a:pt x="9174" y="13505"/>
                </a:lnTo>
                <a:lnTo>
                  <a:pt x="8711" y="14211"/>
                </a:lnTo>
                <a:lnTo>
                  <a:pt x="8468" y="14503"/>
                </a:lnTo>
                <a:lnTo>
                  <a:pt x="8201" y="14844"/>
                </a:lnTo>
                <a:lnTo>
                  <a:pt x="8079" y="15014"/>
                </a:lnTo>
                <a:lnTo>
                  <a:pt x="7957" y="15184"/>
                </a:lnTo>
                <a:lnTo>
                  <a:pt x="7860" y="15355"/>
                </a:lnTo>
                <a:lnTo>
                  <a:pt x="7811" y="15525"/>
                </a:lnTo>
                <a:lnTo>
                  <a:pt x="6838" y="15549"/>
                </a:lnTo>
                <a:lnTo>
                  <a:pt x="7130" y="15306"/>
                </a:lnTo>
                <a:lnTo>
                  <a:pt x="7422" y="15038"/>
                </a:lnTo>
                <a:lnTo>
                  <a:pt x="7884" y="14503"/>
                </a:lnTo>
                <a:lnTo>
                  <a:pt x="8274" y="14089"/>
                </a:lnTo>
                <a:lnTo>
                  <a:pt x="8639" y="13651"/>
                </a:lnTo>
                <a:lnTo>
                  <a:pt x="8784" y="13651"/>
                </a:lnTo>
                <a:lnTo>
                  <a:pt x="8906" y="13603"/>
                </a:lnTo>
                <a:lnTo>
                  <a:pt x="9028" y="13554"/>
                </a:lnTo>
                <a:lnTo>
                  <a:pt x="9149" y="13457"/>
                </a:lnTo>
                <a:lnTo>
                  <a:pt x="9271" y="13286"/>
                </a:lnTo>
                <a:lnTo>
                  <a:pt x="9368" y="13092"/>
                </a:lnTo>
                <a:lnTo>
                  <a:pt x="9417" y="12873"/>
                </a:lnTo>
                <a:lnTo>
                  <a:pt x="9441" y="12654"/>
                </a:lnTo>
                <a:lnTo>
                  <a:pt x="9514" y="12556"/>
                </a:lnTo>
                <a:lnTo>
                  <a:pt x="9709" y="12289"/>
                </a:lnTo>
                <a:lnTo>
                  <a:pt x="9855" y="12045"/>
                </a:lnTo>
                <a:lnTo>
                  <a:pt x="10171" y="11510"/>
                </a:lnTo>
                <a:lnTo>
                  <a:pt x="10439" y="10975"/>
                </a:lnTo>
                <a:lnTo>
                  <a:pt x="10731" y="10439"/>
                </a:lnTo>
                <a:lnTo>
                  <a:pt x="11047" y="9953"/>
                </a:lnTo>
                <a:lnTo>
                  <a:pt x="11364" y="9466"/>
                </a:lnTo>
                <a:close/>
                <a:moveTo>
                  <a:pt x="12605" y="11437"/>
                </a:moveTo>
                <a:lnTo>
                  <a:pt x="12945" y="11972"/>
                </a:lnTo>
                <a:lnTo>
                  <a:pt x="12678" y="12386"/>
                </a:lnTo>
                <a:lnTo>
                  <a:pt x="12361" y="12800"/>
                </a:lnTo>
                <a:lnTo>
                  <a:pt x="11753" y="13603"/>
                </a:lnTo>
                <a:lnTo>
                  <a:pt x="11583" y="13822"/>
                </a:lnTo>
                <a:lnTo>
                  <a:pt x="11388" y="14065"/>
                </a:lnTo>
                <a:lnTo>
                  <a:pt x="10950" y="14527"/>
                </a:lnTo>
                <a:lnTo>
                  <a:pt x="10755" y="14795"/>
                </a:lnTo>
                <a:lnTo>
                  <a:pt x="10585" y="15038"/>
                </a:lnTo>
                <a:lnTo>
                  <a:pt x="10439" y="15306"/>
                </a:lnTo>
                <a:lnTo>
                  <a:pt x="10317" y="15574"/>
                </a:lnTo>
                <a:lnTo>
                  <a:pt x="9368" y="15549"/>
                </a:lnTo>
                <a:lnTo>
                  <a:pt x="9539" y="15379"/>
                </a:lnTo>
                <a:lnTo>
                  <a:pt x="9685" y="15184"/>
                </a:lnTo>
                <a:lnTo>
                  <a:pt x="9977" y="14795"/>
                </a:lnTo>
                <a:lnTo>
                  <a:pt x="10999" y="13505"/>
                </a:lnTo>
                <a:lnTo>
                  <a:pt x="11802" y="12483"/>
                </a:lnTo>
                <a:lnTo>
                  <a:pt x="12605" y="11437"/>
                </a:lnTo>
                <a:close/>
                <a:moveTo>
                  <a:pt x="5865" y="9199"/>
                </a:moveTo>
                <a:lnTo>
                  <a:pt x="6230" y="9223"/>
                </a:lnTo>
                <a:lnTo>
                  <a:pt x="6084" y="9369"/>
                </a:lnTo>
                <a:lnTo>
                  <a:pt x="5962" y="9539"/>
                </a:lnTo>
                <a:lnTo>
                  <a:pt x="5767" y="9855"/>
                </a:lnTo>
                <a:lnTo>
                  <a:pt x="5548" y="10196"/>
                </a:lnTo>
                <a:lnTo>
                  <a:pt x="5451" y="10318"/>
                </a:lnTo>
                <a:lnTo>
                  <a:pt x="5378" y="10464"/>
                </a:lnTo>
                <a:lnTo>
                  <a:pt x="4891" y="11194"/>
                </a:lnTo>
                <a:lnTo>
                  <a:pt x="4380" y="11924"/>
                </a:lnTo>
                <a:lnTo>
                  <a:pt x="3991" y="12435"/>
                </a:lnTo>
                <a:lnTo>
                  <a:pt x="3577" y="12921"/>
                </a:lnTo>
                <a:lnTo>
                  <a:pt x="2750" y="13895"/>
                </a:lnTo>
                <a:lnTo>
                  <a:pt x="2409" y="14235"/>
                </a:lnTo>
                <a:lnTo>
                  <a:pt x="2069" y="14673"/>
                </a:lnTo>
                <a:lnTo>
                  <a:pt x="1898" y="14917"/>
                </a:lnTo>
                <a:lnTo>
                  <a:pt x="1752" y="15136"/>
                </a:lnTo>
                <a:lnTo>
                  <a:pt x="1655" y="15379"/>
                </a:lnTo>
                <a:lnTo>
                  <a:pt x="1631" y="15476"/>
                </a:lnTo>
                <a:lnTo>
                  <a:pt x="1631" y="15598"/>
                </a:lnTo>
                <a:lnTo>
                  <a:pt x="1363" y="15501"/>
                </a:lnTo>
                <a:lnTo>
                  <a:pt x="1266" y="15452"/>
                </a:lnTo>
                <a:lnTo>
                  <a:pt x="1193" y="15403"/>
                </a:lnTo>
                <a:lnTo>
                  <a:pt x="1047" y="15233"/>
                </a:lnTo>
                <a:lnTo>
                  <a:pt x="1217" y="15111"/>
                </a:lnTo>
                <a:lnTo>
                  <a:pt x="1387" y="14965"/>
                </a:lnTo>
                <a:lnTo>
                  <a:pt x="1704" y="14625"/>
                </a:lnTo>
                <a:lnTo>
                  <a:pt x="2263" y="13943"/>
                </a:lnTo>
                <a:lnTo>
                  <a:pt x="2993" y="13092"/>
                </a:lnTo>
                <a:lnTo>
                  <a:pt x="3723" y="12264"/>
                </a:lnTo>
                <a:lnTo>
                  <a:pt x="4040" y="11924"/>
                </a:lnTo>
                <a:lnTo>
                  <a:pt x="4332" y="11559"/>
                </a:lnTo>
                <a:lnTo>
                  <a:pt x="4599" y="11169"/>
                </a:lnTo>
                <a:lnTo>
                  <a:pt x="4867" y="10756"/>
                </a:lnTo>
                <a:lnTo>
                  <a:pt x="5086" y="10366"/>
                </a:lnTo>
                <a:lnTo>
                  <a:pt x="5281" y="9953"/>
                </a:lnTo>
                <a:lnTo>
                  <a:pt x="5402" y="9734"/>
                </a:lnTo>
                <a:lnTo>
                  <a:pt x="5524" y="9563"/>
                </a:lnTo>
                <a:lnTo>
                  <a:pt x="5670" y="9369"/>
                </a:lnTo>
                <a:lnTo>
                  <a:pt x="5840" y="9223"/>
                </a:lnTo>
                <a:lnTo>
                  <a:pt x="5865" y="9199"/>
                </a:lnTo>
                <a:close/>
                <a:moveTo>
                  <a:pt x="6351" y="14746"/>
                </a:moveTo>
                <a:lnTo>
                  <a:pt x="6497" y="14819"/>
                </a:lnTo>
                <a:lnTo>
                  <a:pt x="6643" y="14868"/>
                </a:lnTo>
                <a:lnTo>
                  <a:pt x="6814" y="14892"/>
                </a:lnTo>
                <a:lnTo>
                  <a:pt x="6984" y="14868"/>
                </a:lnTo>
                <a:lnTo>
                  <a:pt x="6911" y="14941"/>
                </a:lnTo>
                <a:lnTo>
                  <a:pt x="6619" y="15233"/>
                </a:lnTo>
                <a:lnTo>
                  <a:pt x="6497" y="15379"/>
                </a:lnTo>
                <a:lnTo>
                  <a:pt x="6376" y="15549"/>
                </a:lnTo>
                <a:lnTo>
                  <a:pt x="5475" y="15598"/>
                </a:lnTo>
                <a:lnTo>
                  <a:pt x="5719" y="15403"/>
                </a:lnTo>
                <a:lnTo>
                  <a:pt x="5938" y="15184"/>
                </a:lnTo>
                <a:lnTo>
                  <a:pt x="6351" y="14746"/>
                </a:lnTo>
                <a:close/>
                <a:moveTo>
                  <a:pt x="13164" y="12264"/>
                </a:moveTo>
                <a:lnTo>
                  <a:pt x="13432" y="12605"/>
                </a:lnTo>
                <a:lnTo>
                  <a:pt x="13189" y="12873"/>
                </a:lnTo>
                <a:lnTo>
                  <a:pt x="12994" y="13189"/>
                </a:lnTo>
                <a:lnTo>
                  <a:pt x="12629" y="13797"/>
                </a:lnTo>
                <a:lnTo>
                  <a:pt x="12361" y="14235"/>
                </a:lnTo>
                <a:lnTo>
                  <a:pt x="12069" y="14673"/>
                </a:lnTo>
                <a:lnTo>
                  <a:pt x="11777" y="15136"/>
                </a:lnTo>
                <a:lnTo>
                  <a:pt x="11656" y="15355"/>
                </a:lnTo>
                <a:lnTo>
                  <a:pt x="11534" y="15598"/>
                </a:lnTo>
                <a:lnTo>
                  <a:pt x="10828" y="15598"/>
                </a:lnTo>
                <a:lnTo>
                  <a:pt x="10609" y="15574"/>
                </a:lnTo>
                <a:lnTo>
                  <a:pt x="10901" y="15209"/>
                </a:lnTo>
                <a:lnTo>
                  <a:pt x="11169" y="14844"/>
                </a:lnTo>
                <a:lnTo>
                  <a:pt x="11558" y="14357"/>
                </a:lnTo>
                <a:lnTo>
                  <a:pt x="11923" y="13895"/>
                </a:lnTo>
                <a:lnTo>
                  <a:pt x="12556" y="13092"/>
                </a:lnTo>
                <a:lnTo>
                  <a:pt x="12872" y="12702"/>
                </a:lnTo>
                <a:lnTo>
                  <a:pt x="13164" y="12264"/>
                </a:lnTo>
                <a:close/>
                <a:moveTo>
                  <a:pt x="9344" y="9150"/>
                </a:moveTo>
                <a:lnTo>
                  <a:pt x="9782" y="9174"/>
                </a:lnTo>
                <a:lnTo>
                  <a:pt x="9490" y="9539"/>
                </a:lnTo>
                <a:lnTo>
                  <a:pt x="9222" y="9928"/>
                </a:lnTo>
                <a:lnTo>
                  <a:pt x="8711" y="10707"/>
                </a:lnTo>
                <a:lnTo>
                  <a:pt x="8201" y="11510"/>
                </a:lnTo>
                <a:lnTo>
                  <a:pt x="7957" y="11899"/>
                </a:lnTo>
                <a:lnTo>
                  <a:pt x="7690" y="12289"/>
                </a:lnTo>
                <a:lnTo>
                  <a:pt x="6935" y="13311"/>
                </a:lnTo>
                <a:lnTo>
                  <a:pt x="6789" y="13335"/>
                </a:lnTo>
                <a:lnTo>
                  <a:pt x="6668" y="13384"/>
                </a:lnTo>
                <a:lnTo>
                  <a:pt x="6595" y="13432"/>
                </a:lnTo>
                <a:lnTo>
                  <a:pt x="6570" y="13505"/>
                </a:lnTo>
                <a:lnTo>
                  <a:pt x="6473" y="13554"/>
                </a:lnTo>
                <a:lnTo>
                  <a:pt x="6351" y="13651"/>
                </a:lnTo>
                <a:lnTo>
                  <a:pt x="6230" y="13773"/>
                </a:lnTo>
                <a:lnTo>
                  <a:pt x="6157" y="13943"/>
                </a:lnTo>
                <a:lnTo>
                  <a:pt x="6108" y="14089"/>
                </a:lnTo>
                <a:lnTo>
                  <a:pt x="6084" y="14260"/>
                </a:lnTo>
                <a:lnTo>
                  <a:pt x="6108" y="14406"/>
                </a:lnTo>
                <a:lnTo>
                  <a:pt x="5548" y="14990"/>
                </a:lnTo>
                <a:lnTo>
                  <a:pt x="5281" y="15306"/>
                </a:lnTo>
                <a:lnTo>
                  <a:pt x="5037" y="15598"/>
                </a:lnTo>
                <a:lnTo>
                  <a:pt x="4697" y="15622"/>
                </a:lnTo>
                <a:lnTo>
                  <a:pt x="4113" y="15647"/>
                </a:lnTo>
                <a:lnTo>
                  <a:pt x="4356" y="15452"/>
                </a:lnTo>
                <a:lnTo>
                  <a:pt x="4575" y="15233"/>
                </a:lnTo>
                <a:lnTo>
                  <a:pt x="4770" y="15014"/>
                </a:lnTo>
                <a:lnTo>
                  <a:pt x="4940" y="14795"/>
                </a:lnTo>
                <a:lnTo>
                  <a:pt x="5256" y="14333"/>
                </a:lnTo>
                <a:lnTo>
                  <a:pt x="5548" y="13870"/>
                </a:lnTo>
                <a:lnTo>
                  <a:pt x="5840" y="13408"/>
                </a:lnTo>
                <a:lnTo>
                  <a:pt x="6132" y="12946"/>
                </a:lnTo>
                <a:lnTo>
                  <a:pt x="6400" y="12605"/>
                </a:lnTo>
                <a:lnTo>
                  <a:pt x="6692" y="12264"/>
                </a:lnTo>
                <a:lnTo>
                  <a:pt x="6887" y="12216"/>
                </a:lnTo>
                <a:lnTo>
                  <a:pt x="7057" y="12167"/>
                </a:lnTo>
                <a:lnTo>
                  <a:pt x="7227" y="12070"/>
                </a:lnTo>
                <a:lnTo>
                  <a:pt x="7398" y="11972"/>
                </a:lnTo>
                <a:lnTo>
                  <a:pt x="7544" y="11851"/>
                </a:lnTo>
                <a:lnTo>
                  <a:pt x="7665" y="11705"/>
                </a:lnTo>
                <a:lnTo>
                  <a:pt x="7787" y="11534"/>
                </a:lnTo>
                <a:lnTo>
                  <a:pt x="7884" y="11340"/>
                </a:lnTo>
                <a:lnTo>
                  <a:pt x="7933" y="11145"/>
                </a:lnTo>
                <a:lnTo>
                  <a:pt x="7982" y="10902"/>
                </a:lnTo>
                <a:lnTo>
                  <a:pt x="8249" y="10488"/>
                </a:lnTo>
                <a:lnTo>
                  <a:pt x="8493" y="10074"/>
                </a:lnTo>
                <a:lnTo>
                  <a:pt x="8760" y="9661"/>
                </a:lnTo>
                <a:lnTo>
                  <a:pt x="9052" y="9247"/>
                </a:lnTo>
                <a:lnTo>
                  <a:pt x="9101" y="9150"/>
                </a:lnTo>
                <a:close/>
                <a:moveTo>
                  <a:pt x="13700" y="12946"/>
                </a:moveTo>
                <a:lnTo>
                  <a:pt x="13797" y="13067"/>
                </a:lnTo>
                <a:lnTo>
                  <a:pt x="14065" y="13384"/>
                </a:lnTo>
                <a:lnTo>
                  <a:pt x="13967" y="13481"/>
                </a:lnTo>
                <a:lnTo>
                  <a:pt x="13870" y="13603"/>
                </a:lnTo>
                <a:lnTo>
                  <a:pt x="13724" y="13895"/>
                </a:lnTo>
                <a:lnTo>
                  <a:pt x="13578" y="14187"/>
                </a:lnTo>
                <a:lnTo>
                  <a:pt x="13432" y="14430"/>
                </a:lnTo>
                <a:lnTo>
                  <a:pt x="13213" y="14771"/>
                </a:lnTo>
                <a:lnTo>
                  <a:pt x="12970" y="15063"/>
                </a:lnTo>
                <a:lnTo>
                  <a:pt x="12483" y="15647"/>
                </a:lnTo>
                <a:lnTo>
                  <a:pt x="12240" y="15622"/>
                </a:lnTo>
                <a:lnTo>
                  <a:pt x="12021" y="15647"/>
                </a:lnTo>
                <a:lnTo>
                  <a:pt x="11923" y="15622"/>
                </a:lnTo>
                <a:lnTo>
                  <a:pt x="12045" y="15476"/>
                </a:lnTo>
                <a:lnTo>
                  <a:pt x="12191" y="15330"/>
                </a:lnTo>
                <a:lnTo>
                  <a:pt x="12410" y="14990"/>
                </a:lnTo>
                <a:lnTo>
                  <a:pt x="12824" y="14284"/>
                </a:lnTo>
                <a:lnTo>
                  <a:pt x="13335" y="13457"/>
                </a:lnTo>
                <a:lnTo>
                  <a:pt x="13700" y="12946"/>
                </a:lnTo>
                <a:close/>
                <a:moveTo>
                  <a:pt x="14284" y="13870"/>
                </a:moveTo>
                <a:lnTo>
                  <a:pt x="14284" y="14016"/>
                </a:lnTo>
                <a:lnTo>
                  <a:pt x="14284" y="14162"/>
                </a:lnTo>
                <a:lnTo>
                  <a:pt x="14259" y="14333"/>
                </a:lnTo>
                <a:lnTo>
                  <a:pt x="14186" y="14527"/>
                </a:lnTo>
                <a:lnTo>
                  <a:pt x="14065" y="14771"/>
                </a:lnTo>
                <a:lnTo>
                  <a:pt x="13919" y="15063"/>
                </a:lnTo>
                <a:lnTo>
                  <a:pt x="13724" y="15306"/>
                </a:lnTo>
                <a:lnTo>
                  <a:pt x="13627" y="15428"/>
                </a:lnTo>
                <a:lnTo>
                  <a:pt x="13529" y="15501"/>
                </a:lnTo>
                <a:lnTo>
                  <a:pt x="13408" y="15574"/>
                </a:lnTo>
                <a:lnTo>
                  <a:pt x="13286" y="15622"/>
                </a:lnTo>
                <a:lnTo>
                  <a:pt x="13164" y="15647"/>
                </a:lnTo>
                <a:lnTo>
                  <a:pt x="13018" y="15647"/>
                </a:lnTo>
                <a:lnTo>
                  <a:pt x="13189" y="15476"/>
                </a:lnTo>
                <a:lnTo>
                  <a:pt x="13359" y="15257"/>
                </a:lnTo>
                <a:lnTo>
                  <a:pt x="13651" y="14868"/>
                </a:lnTo>
                <a:lnTo>
                  <a:pt x="13967" y="14381"/>
                </a:lnTo>
                <a:lnTo>
                  <a:pt x="14138" y="14138"/>
                </a:lnTo>
                <a:lnTo>
                  <a:pt x="14284" y="13870"/>
                </a:lnTo>
                <a:close/>
                <a:moveTo>
                  <a:pt x="5865" y="12094"/>
                </a:moveTo>
                <a:lnTo>
                  <a:pt x="5986" y="12167"/>
                </a:lnTo>
                <a:lnTo>
                  <a:pt x="6108" y="12216"/>
                </a:lnTo>
                <a:lnTo>
                  <a:pt x="5962" y="12386"/>
                </a:lnTo>
                <a:lnTo>
                  <a:pt x="5670" y="12800"/>
                </a:lnTo>
                <a:lnTo>
                  <a:pt x="5402" y="13238"/>
                </a:lnTo>
                <a:lnTo>
                  <a:pt x="4867" y="14114"/>
                </a:lnTo>
                <a:lnTo>
                  <a:pt x="4526" y="14600"/>
                </a:lnTo>
                <a:lnTo>
                  <a:pt x="4356" y="14819"/>
                </a:lnTo>
                <a:lnTo>
                  <a:pt x="4161" y="15038"/>
                </a:lnTo>
                <a:lnTo>
                  <a:pt x="4015" y="15209"/>
                </a:lnTo>
                <a:lnTo>
                  <a:pt x="3845" y="15355"/>
                </a:lnTo>
                <a:lnTo>
                  <a:pt x="3675" y="15525"/>
                </a:lnTo>
                <a:lnTo>
                  <a:pt x="3529" y="15671"/>
                </a:lnTo>
                <a:lnTo>
                  <a:pt x="2847" y="15695"/>
                </a:lnTo>
                <a:lnTo>
                  <a:pt x="2847" y="15695"/>
                </a:lnTo>
                <a:lnTo>
                  <a:pt x="3018" y="15501"/>
                </a:lnTo>
                <a:lnTo>
                  <a:pt x="3796" y="14625"/>
                </a:lnTo>
                <a:lnTo>
                  <a:pt x="4575" y="13797"/>
                </a:lnTo>
                <a:lnTo>
                  <a:pt x="4940" y="13359"/>
                </a:lnTo>
                <a:lnTo>
                  <a:pt x="5281" y="12921"/>
                </a:lnTo>
                <a:lnTo>
                  <a:pt x="5865" y="12094"/>
                </a:lnTo>
                <a:close/>
                <a:moveTo>
                  <a:pt x="5281" y="11364"/>
                </a:moveTo>
                <a:lnTo>
                  <a:pt x="5378" y="11607"/>
                </a:lnTo>
                <a:lnTo>
                  <a:pt x="5451" y="11729"/>
                </a:lnTo>
                <a:lnTo>
                  <a:pt x="5548" y="11851"/>
                </a:lnTo>
                <a:lnTo>
                  <a:pt x="5232" y="12289"/>
                </a:lnTo>
                <a:lnTo>
                  <a:pt x="4867" y="12800"/>
                </a:lnTo>
                <a:lnTo>
                  <a:pt x="4478" y="13286"/>
                </a:lnTo>
                <a:lnTo>
                  <a:pt x="3650" y="14211"/>
                </a:lnTo>
                <a:lnTo>
                  <a:pt x="3334" y="14576"/>
                </a:lnTo>
                <a:lnTo>
                  <a:pt x="2993" y="14941"/>
                </a:lnTo>
                <a:lnTo>
                  <a:pt x="2750" y="15330"/>
                </a:lnTo>
                <a:lnTo>
                  <a:pt x="2507" y="15720"/>
                </a:lnTo>
                <a:lnTo>
                  <a:pt x="2166" y="15695"/>
                </a:lnTo>
                <a:lnTo>
                  <a:pt x="1825" y="15647"/>
                </a:lnTo>
                <a:lnTo>
                  <a:pt x="1947" y="15525"/>
                </a:lnTo>
                <a:lnTo>
                  <a:pt x="2044" y="15403"/>
                </a:lnTo>
                <a:lnTo>
                  <a:pt x="2239" y="15111"/>
                </a:lnTo>
                <a:lnTo>
                  <a:pt x="2604" y="14625"/>
                </a:lnTo>
                <a:lnTo>
                  <a:pt x="3018" y="14162"/>
                </a:lnTo>
                <a:lnTo>
                  <a:pt x="3748" y="13311"/>
                </a:lnTo>
                <a:lnTo>
                  <a:pt x="4113" y="12897"/>
                </a:lnTo>
                <a:lnTo>
                  <a:pt x="4478" y="12459"/>
                </a:lnTo>
                <a:lnTo>
                  <a:pt x="4867" y="11924"/>
                </a:lnTo>
                <a:lnTo>
                  <a:pt x="5281" y="11364"/>
                </a:lnTo>
                <a:close/>
                <a:moveTo>
                  <a:pt x="5500" y="1"/>
                </a:moveTo>
                <a:lnTo>
                  <a:pt x="5086" y="50"/>
                </a:lnTo>
                <a:lnTo>
                  <a:pt x="4916" y="98"/>
                </a:lnTo>
                <a:lnTo>
                  <a:pt x="4721" y="147"/>
                </a:lnTo>
                <a:lnTo>
                  <a:pt x="4551" y="220"/>
                </a:lnTo>
                <a:lnTo>
                  <a:pt x="4405" y="293"/>
                </a:lnTo>
                <a:lnTo>
                  <a:pt x="4259" y="415"/>
                </a:lnTo>
                <a:lnTo>
                  <a:pt x="4137" y="512"/>
                </a:lnTo>
                <a:lnTo>
                  <a:pt x="4040" y="658"/>
                </a:lnTo>
                <a:lnTo>
                  <a:pt x="3991" y="828"/>
                </a:lnTo>
                <a:lnTo>
                  <a:pt x="3942" y="1072"/>
                </a:lnTo>
                <a:lnTo>
                  <a:pt x="3942" y="1388"/>
                </a:lnTo>
                <a:lnTo>
                  <a:pt x="3967" y="1704"/>
                </a:lnTo>
                <a:lnTo>
                  <a:pt x="4064" y="2020"/>
                </a:lnTo>
                <a:lnTo>
                  <a:pt x="4210" y="2288"/>
                </a:lnTo>
                <a:lnTo>
                  <a:pt x="4283" y="2434"/>
                </a:lnTo>
                <a:lnTo>
                  <a:pt x="4380" y="2556"/>
                </a:lnTo>
                <a:lnTo>
                  <a:pt x="4502" y="2653"/>
                </a:lnTo>
                <a:lnTo>
                  <a:pt x="4599" y="2726"/>
                </a:lnTo>
                <a:lnTo>
                  <a:pt x="4745" y="2799"/>
                </a:lnTo>
                <a:lnTo>
                  <a:pt x="4867" y="2823"/>
                </a:lnTo>
                <a:lnTo>
                  <a:pt x="4891" y="3213"/>
                </a:lnTo>
                <a:lnTo>
                  <a:pt x="4891" y="3578"/>
                </a:lnTo>
                <a:lnTo>
                  <a:pt x="4843" y="4332"/>
                </a:lnTo>
                <a:lnTo>
                  <a:pt x="4843" y="4965"/>
                </a:lnTo>
                <a:lnTo>
                  <a:pt x="4843" y="5622"/>
                </a:lnTo>
                <a:lnTo>
                  <a:pt x="4843" y="5914"/>
                </a:lnTo>
                <a:lnTo>
                  <a:pt x="4818" y="6206"/>
                </a:lnTo>
                <a:lnTo>
                  <a:pt x="4794" y="6473"/>
                </a:lnTo>
                <a:lnTo>
                  <a:pt x="4818" y="6619"/>
                </a:lnTo>
                <a:lnTo>
                  <a:pt x="4843" y="6765"/>
                </a:lnTo>
                <a:lnTo>
                  <a:pt x="4697" y="6911"/>
                </a:lnTo>
                <a:lnTo>
                  <a:pt x="4551" y="7082"/>
                </a:lnTo>
                <a:lnTo>
                  <a:pt x="4332" y="7447"/>
                </a:lnTo>
                <a:lnTo>
                  <a:pt x="3723" y="8250"/>
                </a:lnTo>
                <a:lnTo>
                  <a:pt x="3115" y="9077"/>
                </a:lnTo>
                <a:lnTo>
                  <a:pt x="2434" y="10074"/>
                </a:lnTo>
                <a:lnTo>
                  <a:pt x="1728" y="11072"/>
                </a:lnTo>
                <a:lnTo>
                  <a:pt x="1047" y="12045"/>
                </a:lnTo>
                <a:lnTo>
                  <a:pt x="706" y="12483"/>
                </a:lnTo>
                <a:lnTo>
                  <a:pt x="560" y="12702"/>
                </a:lnTo>
                <a:lnTo>
                  <a:pt x="487" y="12824"/>
                </a:lnTo>
                <a:lnTo>
                  <a:pt x="463" y="12946"/>
                </a:lnTo>
                <a:lnTo>
                  <a:pt x="366" y="13043"/>
                </a:lnTo>
                <a:lnTo>
                  <a:pt x="293" y="13116"/>
                </a:lnTo>
                <a:lnTo>
                  <a:pt x="147" y="13335"/>
                </a:lnTo>
                <a:lnTo>
                  <a:pt x="74" y="13578"/>
                </a:lnTo>
                <a:lnTo>
                  <a:pt x="1" y="13773"/>
                </a:lnTo>
                <a:lnTo>
                  <a:pt x="1" y="13968"/>
                </a:lnTo>
                <a:lnTo>
                  <a:pt x="25" y="14138"/>
                </a:lnTo>
                <a:lnTo>
                  <a:pt x="49" y="14333"/>
                </a:lnTo>
                <a:lnTo>
                  <a:pt x="122" y="14503"/>
                </a:lnTo>
                <a:lnTo>
                  <a:pt x="268" y="14868"/>
                </a:lnTo>
                <a:lnTo>
                  <a:pt x="414" y="15184"/>
                </a:lnTo>
                <a:lnTo>
                  <a:pt x="512" y="15355"/>
                </a:lnTo>
                <a:lnTo>
                  <a:pt x="633" y="15501"/>
                </a:lnTo>
                <a:lnTo>
                  <a:pt x="755" y="15647"/>
                </a:lnTo>
                <a:lnTo>
                  <a:pt x="876" y="15744"/>
                </a:lnTo>
                <a:lnTo>
                  <a:pt x="998" y="15841"/>
                </a:lnTo>
                <a:lnTo>
                  <a:pt x="1144" y="15939"/>
                </a:lnTo>
                <a:lnTo>
                  <a:pt x="1290" y="15987"/>
                </a:lnTo>
                <a:lnTo>
                  <a:pt x="1460" y="16060"/>
                </a:lnTo>
                <a:lnTo>
                  <a:pt x="1777" y="16133"/>
                </a:lnTo>
                <a:lnTo>
                  <a:pt x="2117" y="16182"/>
                </a:lnTo>
                <a:lnTo>
                  <a:pt x="2482" y="16182"/>
                </a:lnTo>
                <a:lnTo>
                  <a:pt x="2847" y="16158"/>
                </a:lnTo>
                <a:lnTo>
                  <a:pt x="5208" y="16060"/>
                </a:lnTo>
                <a:lnTo>
                  <a:pt x="6400" y="16012"/>
                </a:lnTo>
                <a:lnTo>
                  <a:pt x="7568" y="15987"/>
                </a:lnTo>
                <a:lnTo>
                  <a:pt x="8711" y="15987"/>
                </a:lnTo>
                <a:lnTo>
                  <a:pt x="9879" y="16036"/>
                </a:lnTo>
                <a:lnTo>
                  <a:pt x="10828" y="16036"/>
                </a:lnTo>
                <a:lnTo>
                  <a:pt x="11339" y="16060"/>
                </a:lnTo>
                <a:lnTo>
                  <a:pt x="11826" y="16109"/>
                </a:lnTo>
                <a:lnTo>
                  <a:pt x="11850" y="16158"/>
                </a:lnTo>
                <a:lnTo>
                  <a:pt x="11899" y="16182"/>
                </a:lnTo>
                <a:lnTo>
                  <a:pt x="11972" y="16206"/>
                </a:lnTo>
                <a:lnTo>
                  <a:pt x="12045" y="16206"/>
                </a:lnTo>
                <a:lnTo>
                  <a:pt x="12459" y="16182"/>
                </a:lnTo>
                <a:lnTo>
                  <a:pt x="13067" y="16182"/>
                </a:lnTo>
                <a:lnTo>
                  <a:pt x="13262" y="16158"/>
                </a:lnTo>
                <a:lnTo>
                  <a:pt x="13456" y="16109"/>
                </a:lnTo>
                <a:lnTo>
                  <a:pt x="13651" y="16060"/>
                </a:lnTo>
                <a:lnTo>
                  <a:pt x="13773" y="15987"/>
                </a:lnTo>
                <a:lnTo>
                  <a:pt x="13870" y="15914"/>
                </a:lnTo>
                <a:lnTo>
                  <a:pt x="14065" y="15744"/>
                </a:lnTo>
                <a:lnTo>
                  <a:pt x="14211" y="15549"/>
                </a:lnTo>
                <a:lnTo>
                  <a:pt x="14357" y="15330"/>
                </a:lnTo>
                <a:lnTo>
                  <a:pt x="14527" y="14990"/>
                </a:lnTo>
                <a:lnTo>
                  <a:pt x="14697" y="14673"/>
                </a:lnTo>
                <a:lnTo>
                  <a:pt x="14770" y="14503"/>
                </a:lnTo>
                <a:lnTo>
                  <a:pt x="14795" y="14308"/>
                </a:lnTo>
                <a:lnTo>
                  <a:pt x="14843" y="14138"/>
                </a:lnTo>
                <a:lnTo>
                  <a:pt x="14843" y="13943"/>
                </a:lnTo>
                <a:lnTo>
                  <a:pt x="14819" y="13749"/>
                </a:lnTo>
                <a:lnTo>
                  <a:pt x="14770" y="13578"/>
                </a:lnTo>
                <a:lnTo>
                  <a:pt x="14697" y="13408"/>
                </a:lnTo>
                <a:lnTo>
                  <a:pt x="14624" y="13262"/>
                </a:lnTo>
                <a:lnTo>
                  <a:pt x="14405" y="12970"/>
                </a:lnTo>
                <a:lnTo>
                  <a:pt x="14162" y="12702"/>
                </a:lnTo>
                <a:lnTo>
                  <a:pt x="13773" y="12240"/>
                </a:lnTo>
                <a:lnTo>
                  <a:pt x="13408" y="11753"/>
                </a:lnTo>
                <a:lnTo>
                  <a:pt x="13408" y="11705"/>
                </a:lnTo>
                <a:lnTo>
                  <a:pt x="13359" y="11680"/>
                </a:lnTo>
                <a:lnTo>
                  <a:pt x="13018" y="11145"/>
                </a:lnTo>
                <a:lnTo>
                  <a:pt x="12702" y="10610"/>
                </a:lnTo>
                <a:lnTo>
                  <a:pt x="12410" y="10074"/>
                </a:lnTo>
                <a:lnTo>
                  <a:pt x="12094" y="9563"/>
                </a:lnTo>
                <a:lnTo>
                  <a:pt x="11534" y="8736"/>
                </a:lnTo>
                <a:lnTo>
                  <a:pt x="10974" y="7909"/>
                </a:lnTo>
                <a:lnTo>
                  <a:pt x="10755" y="7593"/>
                </a:lnTo>
                <a:lnTo>
                  <a:pt x="10536" y="7276"/>
                </a:lnTo>
                <a:lnTo>
                  <a:pt x="10415" y="7130"/>
                </a:lnTo>
                <a:lnTo>
                  <a:pt x="10293" y="6984"/>
                </a:lnTo>
                <a:lnTo>
                  <a:pt x="10147" y="6863"/>
                </a:lnTo>
                <a:lnTo>
                  <a:pt x="10001" y="6765"/>
                </a:lnTo>
                <a:lnTo>
                  <a:pt x="10074" y="6595"/>
                </a:lnTo>
                <a:lnTo>
                  <a:pt x="10123" y="6400"/>
                </a:lnTo>
                <a:lnTo>
                  <a:pt x="10147" y="6206"/>
                </a:lnTo>
                <a:lnTo>
                  <a:pt x="10171" y="5987"/>
                </a:lnTo>
                <a:lnTo>
                  <a:pt x="10171" y="5573"/>
                </a:lnTo>
                <a:lnTo>
                  <a:pt x="10147" y="5184"/>
                </a:lnTo>
                <a:lnTo>
                  <a:pt x="10147" y="4016"/>
                </a:lnTo>
                <a:lnTo>
                  <a:pt x="10147" y="3724"/>
                </a:lnTo>
                <a:lnTo>
                  <a:pt x="10123" y="3432"/>
                </a:lnTo>
                <a:lnTo>
                  <a:pt x="10074" y="3140"/>
                </a:lnTo>
                <a:lnTo>
                  <a:pt x="10025" y="2848"/>
                </a:lnTo>
                <a:lnTo>
                  <a:pt x="10317" y="2580"/>
                </a:lnTo>
                <a:lnTo>
                  <a:pt x="10609" y="2288"/>
                </a:lnTo>
                <a:lnTo>
                  <a:pt x="10755" y="2142"/>
                </a:lnTo>
                <a:lnTo>
                  <a:pt x="10877" y="1996"/>
                </a:lnTo>
                <a:lnTo>
                  <a:pt x="10974" y="1826"/>
                </a:lnTo>
                <a:lnTo>
                  <a:pt x="11072" y="1631"/>
                </a:lnTo>
                <a:lnTo>
                  <a:pt x="11096" y="1436"/>
                </a:lnTo>
                <a:lnTo>
                  <a:pt x="11096" y="1266"/>
                </a:lnTo>
                <a:lnTo>
                  <a:pt x="11047" y="1096"/>
                </a:lnTo>
                <a:lnTo>
                  <a:pt x="10974" y="950"/>
                </a:lnTo>
                <a:lnTo>
                  <a:pt x="10877" y="804"/>
                </a:lnTo>
                <a:lnTo>
                  <a:pt x="10755" y="682"/>
                </a:lnTo>
                <a:lnTo>
                  <a:pt x="10609" y="561"/>
                </a:lnTo>
                <a:lnTo>
                  <a:pt x="10463" y="463"/>
                </a:lnTo>
                <a:lnTo>
                  <a:pt x="10269" y="366"/>
                </a:lnTo>
                <a:lnTo>
                  <a:pt x="10074" y="293"/>
                </a:lnTo>
                <a:lnTo>
                  <a:pt x="9855" y="244"/>
                </a:lnTo>
                <a:lnTo>
                  <a:pt x="9636" y="196"/>
                </a:lnTo>
                <a:lnTo>
                  <a:pt x="9198" y="171"/>
                </a:lnTo>
                <a:lnTo>
                  <a:pt x="8784" y="147"/>
                </a:lnTo>
                <a:lnTo>
                  <a:pt x="7665" y="123"/>
                </a:lnTo>
                <a:lnTo>
                  <a:pt x="7106" y="98"/>
                </a:lnTo>
                <a:lnTo>
                  <a:pt x="6546" y="50"/>
                </a:lnTo>
                <a:lnTo>
                  <a:pt x="62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E22EB7-7317-4A9C-B18B-15859C86A626}"/>
              </a:ext>
            </a:extLst>
          </p:cNvPr>
          <p:cNvSpPr txBox="1"/>
          <p:nvPr/>
        </p:nvSpPr>
        <p:spPr>
          <a:xfrm>
            <a:off x="2054281" y="1429305"/>
            <a:ext cx="8083437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Bahnschrift" panose="020B0502040204020203" pitchFamily="34" charset="0"/>
              </a:rPr>
              <a:t>•	</a:t>
            </a:r>
            <a:r>
              <a:rPr lang="en-GB" sz="2400" dirty="0">
                <a:latin typeface="Bahnschrift" panose="020B0502040204020203" pitchFamily="34" charset="0"/>
              </a:rPr>
              <a:t>Now we will slip our data into Test and Training 	Data So, that we can test our DATA accuracy on a 	different Models.</a:t>
            </a:r>
          </a:p>
          <a:p>
            <a:endParaRPr lang="en-GB" sz="2400" dirty="0">
              <a:latin typeface="Bahnschrift" panose="020B0502040204020203" pitchFamily="34" charset="0"/>
            </a:endParaRPr>
          </a:p>
          <a:p>
            <a:r>
              <a:rPr lang="en-GB" sz="2400" dirty="0">
                <a:latin typeface="Bahnschrift" panose="020B0502040204020203" pitchFamily="34" charset="0"/>
              </a:rPr>
              <a:t>•          Now we will split all The data into 2 parts  </a:t>
            </a:r>
            <a:r>
              <a:rPr lang="en-GB" sz="2400" dirty="0" err="1">
                <a:latin typeface="Bahnschrift" panose="020B0502040204020203" pitchFamily="34" charset="0"/>
              </a:rPr>
              <a:t>x,y</a:t>
            </a:r>
            <a:r>
              <a:rPr lang="en-GB" sz="2400" dirty="0">
                <a:latin typeface="Bahnschrift" panose="020B0502040204020203" pitchFamily="34" charset="0"/>
              </a:rPr>
              <a:t> </a:t>
            </a:r>
          </a:p>
          <a:p>
            <a:endParaRPr lang="en-GB" sz="2400" dirty="0">
              <a:latin typeface="Bahnschrift" panose="020B0502040204020203" pitchFamily="34" charset="0"/>
            </a:endParaRPr>
          </a:p>
          <a:p>
            <a:pPr lvl="5"/>
            <a:r>
              <a:rPr lang="en-GB" sz="2400" dirty="0">
                <a:latin typeface="Bahnschrift" panose="020B0502040204020203" pitchFamily="34" charset="0"/>
              </a:rPr>
              <a:t>           o     x : containing all the features</a:t>
            </a:r>
          </a:p>
          <a:p>
            <a:pPr lvl="5"/>
            <a:r>
              <a:rPr lang="en-GB" sz="2400" dirty="0">
                <a:latin typeface="Bahnschrift" panose="020B0502040204020203" pitchFamily="34" charset="0"/>
              </a:rPr>
              <a:t>           o     y : containing Price</a:t>
            </a:r>
          </a:p>
          <a:p>
            <a:endParaRPr lang="en-GB" sz="2400" dirty="0">
              <a:latin typeface="Bahnschrift" panose="020B0502040204020203" pitchFamily="34" charset="0"/>
            </a:endParaRPr>
          </a:p>
          <a:p>
            <a:r>
              <a:rPr lang="en-GB" sz="2400" dirty="0">
                <a:latin typeface="Bahnschrift" panose="020B0502040204020203" pitchFamily="34" charset="0"/>
              </a:rPr>
              <a:t>•	Now, we pass or Data into Different Models</a:t>
            </a:r>
          </a:p>
        </p:txBody>
      </p:sp>
    </p:spTree>
    <p:extLst>
      <p:ext uri="{BB962C8B-B14F-4D97-AF65-F5344CB8AC3E}">
        <p14:creationId xmlns:p14="http://schemas.microsoft.com/office/powerpoint/2010/main" val="3609238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20</a:t>
            </a:fld>
            <a:endParaRPr/>
          </a:p>
        </p:txBody>
      </p:sp>
      <p:sp>
        <p:nvSpPr>
          <p:cNvPr id="326" name="Google Shape;326;p30"/>
          <p:cNvSpPr txBox="1">
            <a:spLocks noGrp="1"/>
          </p:cNvSpPr>
          <p:nvPr>
            <p:ph type="ctrTitle" idx="4294967295"/>
          </p:nvPr>
        </p:nvSpPr>
        <p:spPr>
          <a:xfrm>
            <a:off x="1020933" y="1057394"/>
            <a:ext cx="4533900" cy="661573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IN" sz="4400" dirty="0">
                <a:solidFill>
                  <a:srgbClr val="F07F09"/>
                </a:solidFill>
              </a:rPr>
              <a:t>Linear Regression</a:t>
            </a:r>
            <a:endParaRPr lang="en" sz="4400" dirty="0">
              <a:solidFill>
                <a:srgbClr val="F07F0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720D5B-4C24-426D-8ACA-7D60F6AC505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130171" y="1927116"/>
            <a:ext cx="4533900" cy="285750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487F0BD-7F3B-454E-93AA-0C0A8F266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522" y="4992765"/>
            <a:ext cx="2204722" cy="4770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Accuracy: 77.8822979113963%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Google Shape;326;p30">
            <a:extLst>
              <a:ext uri="{FF2B5EF4-FFF2-40B4-BE49-F238E27FC236}">
                <a16:creationId xmlns:a16="http://schemas.microsoft.com/office/drawing/2014/main" id="{42C09009-CD54-4D98-B931-4FB01169E720}"/>
              </a:ext>
            </a:extLst>
          </p:cNvPr>
          <p:cNvSpPr txBox="1">
            <a:spLocks/>
          </p:cNvSpPr>
          <p:nvPr/>
        </p:nvSpPr>
        <p:spPr>
          <a:xfrm>
            <a:off x="6098590" y="1056937"/>
            <a:ext cx="5018844" cy="661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ctr"/>
            <a:r>
              <a:rPr lang="en-IN" sz="4400" dirty="0">
                <a:solidFill>
                  <a:srgbClr val="F07F09"/>
                </a:solidFill>
              </a:rPr>
              <a:t>KNeighborsRegressor</a:t>
            </a:r>
            <a:endParaRPr lang="en" sz="4400" dirty="0">
              <a:solidFill>
                <a:srgbClr val="F07F09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203F2C2-DEE3-411D-975D-822B476C241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341061" y="1927116"/>
            <a:ext cx="4533901" cy="2857500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AA25B3CA-894A-43B3-94A4-F673F8AA6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5650" y="4992765"/>
            <a:ext cx="2204722" cy="4770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Accuracy: 88.38561409866529%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21</a:t>
            </a:fld>
            <a:endParaRPr/>
          </a:p>
        </p:txBody>
      </p:sp>
      <p:sp>
        <p:nvSpPr>
          <p:cNvPr id="326" name="Google Shape;326;p30"/>
          <p:cNvSpPr txBox="1">
            <a:spLocks noGrp="1"/>
          </p:cNvSpPr>
          <p:nvPr>
            <p:ph type="ctrTitle" idx="4294967295"/>
          </p:nvPr>
        </p:nvSpPr>
        <p:spPr>
          <a:xfrm>
            <a:off x="195241" y="1056937"/>
            <a:ext cx="6356479" cy="661573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IN" sz="3600" dirty="0">
                <a:solidFill>
                  <a:srgbClr val="F07F09"/>
                </a:solidFill>
              </a:rPr>
              <a:t>Support Vector Regression</a:t>
            </a:r>
            <a:endParaRPr lang="en" sz="3600" dirty="0">
              <a:solidFill>
                <a:srgbClr val="F07F09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487F0BD-7F3B-454E-93AA-0C0A8F266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522" y="4992765"/>
            <a:ext cx="2204722" cy="4770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Accuracy: 89.98166490143245%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Google Shape;326;p30">
            <a:extLst>
              <a:ext uri="{FF2B5EF4-FFF2-40B4-BE49-F238E27FC236}">
                <a16:creationId xmlns:a16="http://schemas.microsoft.com/office/drawing/2014/main" id="{42C09009-CD54-4D98-B931-4FB01169E720}"/>
              </a:ext>
            </a:extLst>
          </p:cNvPr>
          <p:cNvSpPr txBox="1">
            <a:spLocks/>
          </p:cNvSpPr>
          <p:nvPr/>
        </p:nvSpPr>
        <p:spPr>
          <a:xfrm>
            <a:off x="6120374" y="1056937"/>
            <a:ext cx="5451259" cy="6615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matic SC"/>
              <a:buNone/>
              <a:defRPr sz="3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ctr"/>
            <a:r>
              <a:rPr lang="en-IN" sz="3600" dirty="0">
                <a:solidFill>
                  <a:srgbClr val="F07F09"/>
                </a:solidFill>
              </a:rPr>
              <a:t>DecisionTreeRegressor</a:t>
            </a:r>
            <a:endParaRPr lang="en" sz="3600" dirty="0">
              <a:solidFill>
                <a:srgbClr val="F07F09"/>
              </a:solidFill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AA25B3CA-894A-43B3-94A4-F673F8AA6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5650" y="4992765"/>
            <a:ext cx="2204722" cy="4770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Accuracy: 84.47259346148451%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279017-D42C-4D33-A2A3-AAB8D8EAC7C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127138" y="1803062"/>
            <a:ext cx="4747260" cy="3105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15854B-1CE2-410E-81AB-ABE5CD87893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317603" y="1745912"/>
            <a:ext cx="4888230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820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0"/>
          <p:cNvSpPr txBox="1">
            <a:spLocks noGrp="1"/>
          </p:cNvSpPr>
          <p:nvPr>
            <p:ph type="title"/>
          </p:nvPr>
        </p:nvSpPr>
        <p:spPr>
          <a:xfrm>
            <a:off x="1195589" y="879814"/>
            <a:ext cx="8568400" cy="528400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IN" sz="4000" dirty="0">
                <a:solidFill>
                  <a:schemeClr val="bg1"/>
                </a:solidFill>
              </a:rPr>
              <a:t>RandomForestRegressor</a:t>
            </a:r>
            <a:endParaRPr lang="en" sz="4000" dirty="0">
              <a:solidFill>
                <a:schemeClr val="bg1"/>
              </a:solidFill>
            </a:endParaRPr>
          </a:p>
        </p:txBody>
      </p:sp>
      <p:sp>
        <p:nvSpPr>
          <p:cNvPr id="332" name="Google Shape;332;p3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22</a:t>
            </a:fld>
            <a:endParaRPr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487F0BD-7F3B-454E-93AA-0C0A8F266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4626" y="2951946"/>
            <a:ext cx="2204722" cy="4770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Accuracy: 91.48808418027862%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783E77-1C88-4C77-970F-949F31B17F3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988372" y="2028825"/>
            <a:ext cx="4276725" cy="2800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83F2C4-75A6-4867-A0BE-9FCD9C03122E}"/>
              </a:ext>
            </a:extLst>
          </p:cNvPr>
          <p:cNvSpPr txBox="1"/>
          <p:nvPr/>
        </p:nvSpPr>
        <p:spPr>
          <a:xfrm>
            <a:off x="4182563" y="5608854"/>
            <a:ext cx="2594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F07F09"/>
                </a:solidFill>
                <a:latin typeface="Bahnschrift" panose="020B0502040204020203" pitchFamily="34" charset="0"/>
              </a:rPr>
              <a:t>We will use this model</a:t>
            </a:r>
          </a:p>
        </p:txBody>
      </p:sp>
    </p:spTree>
    <p:extLst>
      <p:ext uri="{BB962C8B-B14F-4D97-AF65-F5344CB8AC3E}">
        <p14:creationId xmlns:p14="http://schemas.microsoft.com/office/powerpoint/2010/main" val="303860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1BDCCA2-013C-4F7D-9D28-08248662542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60344" y="1638947"/>
            <a:ext cx="7471311" cy="38252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A9E302-6D05-4484-BCED-9D1A0FA87210}"/>
              </a:ext>
            </a:extLst>
          </p:cNvPr>
          <p:cNvSpPr txBox="1"/>
          <p:nvPr/>
        </p:nvSpPr>
        <p:spPr>
          <a:xfrm>
            <a:off x="5039932" y="4559245"/>
            <a:ext cx="47917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07F09"/>
                </a:solidFill>
                <a:effectLst/>
                <a:latin typeface="Bahnschrift" panose="020B0502040204020203" pitchFamily="34" charset="0"/>
                <a:ea typeface="Times New Roman" panose="02020603050405020304" pitchFamily="18" charset="0"/>
              </a:rPr>
              <a:t>ALL MODEL COMPARISON </a:t>
            </a:r>
            <a:endParaRPr lang="en-IN" sz="2800" dirty="0">
              <a:solidFill>
                <a:srgbClr val="F07F09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669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11;p37">
            <a:extLst>
              <a:ext uri="{FF2B5EF4-FFF2-40B4-BE49-F238E27FC236}">
                <a16:creationId xmlns:a16="http://schemas.microsoft.com/office/drawing/2014/main" id="{A4E97FE8-10DC-4A2C-8526-DF38AB6ADDE3}"/>
              </a:ext>
            </a:extLst>
          </p:cNvPr>
          <p:cNvSpPr txBox="1">
            <a:spLocks/>
          </p:cNvSpPr>
          <p:nvPr/>
        </p:nvSpPr>
        <p:spPr>
          <a:xfrm>
            <a:off x="1433005" y="1178511"/>
            <a:ext cx="4097785" cy="3346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unito"/>
              <a:buChar char="✗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✗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■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●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○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■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●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unito"/>
              <a:buChar char="○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68300" algn="l" rtl="0" eaLnBrk="1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Nunito"/>
              <a:buChar char="■"/>
              <a:defRPr sz="2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>
              <a:buFont typeface="Nunito"/>
              <a:buNone/>
            </a:pPr>
            <a:r>
              <a:rPr lang="en-GB" b="1" dirty="0">
                <a:highlight>
                  <a:schemeClr val="accent1"/>
                </a:highlight>
              </a:rPr>
              <a:t>After selecting the model  </a:t>
            </a:r>
            <a:endParaRPr lang="en-GB" dirty="0"/>
          </a:p>
          <a:p>
            <a:pPr marL="609585" indent="-491054">
              <a:spcBef>
                <a:spcPts val="1333"/>
              </a:spcBef>
            </a:pPr>
            <a:r>
              <a:rPr lang="en-GB" dirty="0"/>
              <a:t>we will pre-process our test data similar to the training data. </a:t>
            </a:r>
          </a:p>
          <a:p>
            <a:pPr marL="609585" indent="-491054">
              <a:spcBef>
                <a:spcPts val="1333"/>
              </a:spcBef>
            </a:pPr>
            <a:r>
              <a:rPr lang="en-GB" dirty="0"/>
              <a:t>Then ,we will feed this data to our model and we will create Predict excel file in which we will predict the data.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132D65-914E-497C-A795-CCED223E3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666" y="1057285"/>
            <a:ext cx="2053464" cy="47434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C76616-B5A1-4AA9-A08C-0A7EEBB4C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168" y="4910069"/>
            <a:ext cx="5268060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9964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CBBDC2-9609-4E55-BC6C-1EE664ED5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9527" y="896643"/>
            <a:ext cx="4079556" cy="712511"/>
          </a:xfrm>
        </p:spPr>
        <p:txBody>
          <a:bodyPr/>
          <a:lstStyle/>
          <a:p>
            <a:r>
              <a:rPr lang="en-IN" sz="4000" dirty="0"/>
              <a:t>REFERENCES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7EB24F-889C-464B-8BC2-6B32DF677DF7}"/>
              </a:ext>
            </a:extLst>
          </p:cNvPr>
          <p:cNvSpPr txBox="1"/>
          <p:nvPr/>
        </p:nvSpPr>
        <p:spPr>
          <a:xfrm>
            <a:off x="2066144" y="1955383"/>
            <a:ext cx="730632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/>
              <a:t>Sameerchand Pudaruth , “</a:t>
            </a:r>
            <a:r>
              <a:rPr lang="en-GB" sz="1600" dirty="0"/>
              <a:t>Predicting the Price of Used Cars using Machine Learning Techniques</a:t>
            </a:r>
            <a:r>
              <a:rPr lang="en-IN" sz="1600" dirty="0"/>
              <a:t>”, </a:t>
            </a:r>
            <a:r>
              <a:rPr lang="en-GB" sz="1600" dirty="0"/>
              <a:t>International Journal of Information &amp; Computation Technology Volume 4, Number 7</a:t>
            </a:r>
          </a:p>
          <a:p>
            <a:endParaRPr lang="en-IN" sz="1600" dirty="0">
              <a:solidFill>
                <a:schemeClr val="accent2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1600" dirty="0">
                <a:solidFill>
                  <a:schemeClr val="tx1"/>
                </a:solidFill>
              </a:rPr>
              <a:t>Nabarun Pal , “How much is my car worth? A methodology for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predicting used cars prices using Random Forest”, Future of   	Information and Communications Conference (FICC) 2018</a:t>
            </a:r>
            <a:endParaRPr lang="en-IN" sz="1600" dirty="0">
              <a:solidFill>
                <a:schemeClr val="accent2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1600" u="sng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solidFill>
                  <a:schemeClr val="tx1"/>
                </a:solidFill>
              </a:rPr>
              <a:t>Ozer Celik1*, U. Omer Osmanoglu , “</a:t>
            </a:r>
            <a:r>
              <a:rPr lang="en-GB" sz="1600" dirty="0">
                <a:solidFill>
                  <a:schemeClr val="tx1"/>
                </a:solidFill>
              </a:rPr>
              <a:t>Prediction of The Prices of Second-Hand Cars </a:t>
            </a:r>
            <a:r>
              <a:rPr lang="en-IN" sz="1600" dirty="0">
                <a:solidFill>
                  <a:schemeClr val="tx1"/>
                </a:solidFill>
              </a:rPr>
              <a:t>” ,</a:t>
            </a:r>
            <a:r>
              <a:rPr lang="en-GB" sz="1600" dirty="0">
                <a:solidFill>
                  <a:schemeClr val="tx1"/>
                </a:solidFill>
              </a:rPr>
              <a:t> European Journal of Science and Technology No. 16, pp. 77-83, August 2019</a:t>
            </a:r>
          </a:p>
        </p:txBody>
      </p:sp>
    </p:spTree>
    <p:extLst>
      <p:ext uri="{BB962C8B-B14F-4D97-AF65-F5344CB8AC3E}">
        <p14:creationId xmlns:p14="http://schemas.microsoft.com/office/powerpoint/2010/main" val="817402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7"/>
          <p:cNvSpPr txBox="1">
            <a:spLocks noGrp="1"/>
          </p:cNvSpPr>
          <p:nvPr>
            <p:ph type="ctrTitle" idx="4294967295"/>
          </p:nvPr>
        </p:nvSpPr>
        <p:spPr>
          <a:xfrm>
            <a:off x="749782" y="1340528"/>
            <a:ext cx="4745495" cy="1361257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9600" dirty="0"/>
              <a:t>Thanks!</a:t>
            </a:r>
            <a:endParaRPr sz="9600" dirty="0"/>
          </a:p>
        </p:txBody>
      </p:sp>
      <p:sp>
        <p:nvSpPr>
          <p:cNvPr id="411" name="Google Shape;411;p37"/>
          <p:cNvSpPr txBox="1">
            <a:spLocks noGrp="1"/>
          </p:cNvSpPr>
          <p:nvPr>
            <p:ph type="body" idx="4294967295"/>
          </p:nvPr>
        </p:nvSpPr>
        <p:spPr>
          <a:xfrm>
            <a:off x="1189608" y="3568824"/>
            <a:ext cx="2565646" cy="242268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" b="1" dirty="0">
                <a:highlight>
                  <a:schemeClr val="accent1"/>
                </a:highlight>
              </a:rPr>
              <a:t>Project  members </a:t>
            </a:r>
            <a:endParaRPr dirty="0"/>
          </a:p>
          <a:p>
            <a:pPr marL="609585" indent="-491054">
              <a:spcBef>
                <a:spcPts val="1333"/>
              </a:spcBef>
            </a:pPr>
            <a:r>
              <a:rPr lang="en-IN" dirty="0"/>
              <a:t>Yash Nishal             2K19/CO/441</a:t>
            </a:r>
          </a:p>
          <a:p>
            <a:pPr marL="609585" indent="-491054">
              <a:spcBef>
                <a:spcPts val="1333"/>
              </a:spcBef>
            </a:pPr>
            <a:endParaRPr dirty="0"/>
          </a:p>
          <a:p>
            <a:pPr marL="609585" indent="-491054"/>
            <a:r>
              <a:rPr lang="en" dirty="0"/>
              <a:t>Yanshul Narotra     2K19/CO/440</a:t>
            </a:r>
            <a:endParaRPr dirty="0"/>
          </a:p>
        </p:txBody>
      </p:sp>
      <p:sp>
        <p:nvSpPr>
          <p:cNvPr id="412" name="Google Shape;412;p37"/>
          <p:cNvSpPr txBox="1">
            <a:spLocks noGrp="1"/>
          </p:cNvSpPr>
          <p:nvPr>
            <p:ph type="sldNum" idx="12"/>
          </p:nvPr>
        </p:nvSpPr>
        <p:spPr>
          <a:xfrm>
            <a:off x="11205833" y="6257835"/>
            <a:ext cx="731600" cy="40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fld id="{00000000-1234-1234-1234-123412341234}" type="slidenum">
              <a:rPr lang="en"/>
              <a:pPr/>
              <a:t>26</a:t>
            </a:fld>
            <a:endParaRPr/>
          </a:p>
        </p:txBody>
      </p:sp>
      <p:sp>
        <p:nvSpPr>
          <p:cNvPr id="413" name="Google Shape;413;p37"/>
          <p:cNvSpPr/>
          <p:nvPr/>
        </p:nvSpPr>
        <p:spPr>
          <a:xfrm>
            <a:off x="7598234" y="2282967"/>
            <a:ext cx="2481735" cy="2292027"/>
          </a:xfrm>
          <a:custGeom>
            <a:avLst/>
            <a:gdLst/>
            <a:ahLst/>
            <a:cxnLst/>
            <a:rect l="l" t="t" r="r" b="b"/>
            <a:pathLst>
              <a:path w="17204" h="15890" extrusionOk="0">
                <a:moveTo>
                  <a:pt x="1241" y="6108"/>
                </a:moveTo>
                <a:lnTo>
                  <a:pt x="1022" y="6376"/>
                </a:lnTo>
                <a:lnTo>
                  <a:pt x="852" y="6644"/>
                </a:lnTo>
                <a:lnTo>
                  <a:pt x="755" y="6765"/>
                </a:lnTo>
                <a:lnTo>
                  <a:pt x="730" y="6425"/>
                </a:lnTo>
                <a:lnTo>
                  <a:pt x="682" y="6108"/>
                </a:lnTo>
                <a:close/>
                <a:moveTo>
                  <a:pt x="3188" y="6181"/>
                </a:moveTo>
                <a:lnTo>
                  <a:pt x="3918" y="6206"/>
                </a:lnTo>
                <a:lnTo>
                  <a:pt x="3772" y="6327"/>
                </a:lnTo>
                <a:lnTo>
                  <a:pt x="3626" y="6498"/>
                </a:lnTo>
                <a:lnTo>
                  <a:pt x="3382" y="6814"/>
                </a:lnTo>
                <a:lnTo>
                  <a:pt x="3236" y="7009"/>
                </a:lnTo>
                <a:lnTo>
                  <a:pt x="3115" y="6936"/>
                </a:lnTo>
                <a:lnTo>
                  <a:pt x="2969" y="6911"/>
                </a:lnTo>
                <a:lnTo>
                  <a:pt x="2896" y="6887"/>
                </a:lnTo>
                <a:lnTo>
                  <a:pt x="2798" y="6863"/>
                </a:lnTo>
                <a:lnTo>
                  <a:pt x="2725" y="6863"/>
                </a:lnTo>
                <a:lnTo>
                  <a:pt x="2969" y="6546"/>
                </a:lnTo>
                <a:lnTo>
                  <a:pt x="3188" y="6230"/>
                </a:lnTo>
                <a:lnTo>
                  <a:pt x="3188" y="6181"/>
                </a:lnTo>
                <a:close/>
                <a:moveTo>
                  <a:pt x="4112" y="6206"/>
                </a:moveTo>
                <a:lnTo>
                  <a:pt x="4064" y="6376"/>
                </a:lnTo>
                <a:lnTo>
                  <a:pt x="4039" y="6546"/>
                </a:lnTo>
                <a:lnTo>
                  <a:pt x="4039" y="6863"/>
                </a:lnTo>
                <a:lnTo>
                  <a:pt x="3991" y="7398"/>
                </a:lnTo>
                <a:lnTo>
                  <a:pt x="3796" y="7617"/>
                </a:lnTo>
                <a:lnTo>
                  <a:pt x="3626" y="7860"/>
                </a:lnTo>
                <a:lnTo>
                  <a:pt x="3650" y="7714"/>
                </a:lnTo>
                <a:lnTo>
                  <a:pt x="3650" y="7568"/>
                </a:lnTo>
                <a:lnTo>
                  <a:pt x="3626" y="7447"/>
                </a:lnTo>
                <a:lnTo>
                  <a:pt x="3577" y="7325"/>
                </a:lnTo>
                <a:lnTo>
                  <a:pt x="3504" y="7203"/>
                </a:lnTo>
                <a:lnTo>
                  <a:pt x="3820" y="6717"/>
                </a:lnTo>
                <a:lnTo>
                  <a:pt x="3966" y="6473"/>
                </a:lnTo>
                <a:lnTo>
                  <a:pt x="4088" y="6206"/>
                </a:lnTo>
                <a:close/>
                <a:moveTo>
                  <a:pt x="2701" y="7301"/>
                </a:moveTo>
                <a:lnTo>
                  <a:pt x="2750" y="7325"/>
                </a:lnTo>
                <a:lnTo>
                  <a:pt x="2823" y="7325"/>
                </a:lnTo>
                <a:lnTo>
                  <a:pt x="2969" y="7374"/>
                </a:lnTo>
                <a:lnTo>
                  <a:pt x="3090" y="7447"/>
                </a:lnTo>
                <a:lnTo>
                  <a:pt x="3163" y="7568"/>
                </a:lnTo>
                <a:lnTo>
                  <a:pt x="3188" y="7690"/>
                </a:lnTo>
                <a:lnTo>
                  <a:pt x="3188" y="7836"/>
                </a:lnTo>
                <a:lnTo>
                  <a:pt x="3139" y="7982"/>
                </a:lnTo>
                <a:lnTo>
                  <a:pt x="3042" y="8104"/>
                </a:lnTo>
                <a:lnTo>
                  <a:pt x="2920" y="8201"/>
                </a:lnTo>
                <a:lnTo>
                  <a:pt x="2847" y="8225"/>
                </a:lnTo>
                <a:lnTo>
                  <a:pt x="2774" y="8250"/>
                </a:lnTo>
                <a:lnTo>
                  <a:pt x="2677" y="8225"/>
                </a:lnTo>
                <a:lnTo>
                  <a:pt x="2604" y="8201"/>
                </a:lnTo>
                <a:lnTo>
                  <a:pt x="2531" y="8152"/>
                </a:lnTo>
                <a:lnTo>
                  <a:pt x="2482" y="8079"/>
                </a:lnTo>
                <a:lnTo>
                  <a:pt x="2433" y="8031"/>
                </a:lnTo>
                <a:lnTo>
                  <a:pt x="2409" y="7958"/>
                </a:lnTo>
                <a:lnTo>
                  <a:pt x="2385" y="7836"/>
                </a:lnTo>
                <a:lnTo>
                  <a:pt x="2385" y="7714"/>
                </a:lnTo>
                <a:lnTo>
                  <a:pt x="2433" y="7593"/>
                </a:lnTo>
                <a:lnTo>
                  <a:pt x="2482" y="7495"/>
                </a:lnTo>
                <a:lnTo>
                  <a:pt x="2579" y="7374"/>
                </a:lnTo>
                <a:lnTo>
                  <a:pt x="2701" y="7301"/>
                </a:lnTo>
                <a:close/>
                <a:moveTo>
                  <a:pt x="1582" y="6133"/>
                </a:moveTo>
                <a:lnTo>
                  <a:pt x="1898" y="6157"/>
                </a:lnTo>
                <a:lnTo>
                  <a:pt x="2239" y="6157"/>
                </a:lnTo>
                <a:lnTo>
                  <a:pt x="3042" y="6181"/>
                </a:lnTo>
                <a:lnTo>
                  <a:pt x="2823" y="6303"/>
                </a:lnTo>
                <a:lnTo>
                  <a:pt x="2628" y="6473"/>
                </a:lnTo>
                <a:lnTo>
                  <a:pt x="2458" y="6692"/>
                </a:lnTo>
                <a:lnTo>
                  <a:pt x="2287" y="6911"/>
                </a:lnTo>
                <a:lnTo>
                  <a:pt x="1995" y="7398"/>
                </a:lnTo>
                <a:lnTo>
                  <a:pt x="1728" y="7836"/>
                </a:lnTo>
                <a:lnTo>
                  <a:pt x="1485" y="8225"/>
                </a:lnTo>
                <a:lnTo>
                  <a:pt x="1193" y="8639"/>
                </a:lnTo>
                <a:lnTo>
                  <a:pt x="925" y="9053"/>
                </a:lnTo>
                <a:lnTo>
                  <a:pt x="657" y="9466"/>
                </a:lnTo>
                <a:lnTo>
                  <a:pt x="633" y="8639"/>
                </a:lnTo>
                <a:lnTo>
                  <a:pt x="755" y="8566"/>
                </a:lnTo>
                <a:lnTo>
                  <a:pt x="852" y="8469"/>
                </a:lnTo>
                <a:lnTo>
                  <a:pt x="1047" y="8225"/>
                </a:lnTo>
                <a:lnTo>
                  <a:pt x="1193" y="7982"/>
                </a:lnTo>
                <a:lnTo>
                  <a:pt x="1314" y="7714"/>
                </a:lnTo>
                <a:lnTo>
                  <a:pt x="1436" y="7544"/>
                </a:lnTo>
                <a:lnTo>
                  <a:pt x="1582" y="7349"/>
                </a:lnTo>
                <a:lnTo>
                  <a:pt x="1874" y="6984"/>
                </a:lnTo>
                <a:lnTo>
                  <a:pt x="1995" y="6790"/>
                </a:lnTo>
                <a:lnTo>
                  <a:pt x="2141" y="6619"/>
                </a:lnTo>
                <a:lnTo>
                  <a:pt x="2239" y="6425"/>
                </a:lnTo>
                <a:lnTo>
                  <a:pt x="2312" y="6206"/>
                </a:lnTo>
                <a:lnTo>
                  <a:pt x="2312" y="6181"/>
                </a:lnTo>
                <a:lnTo>
                  <a:pt x="2287" y="6181"/>
                </a:lnTo>
                <a:lnTo>
                  <a:pt x="2117" y="6279"/>
                </a:lnTo>
                <a:lnTo>
                  <a:pt x="1971" y="6400"/>
                </a:lnTo>
                <a:lnTo>
                  <a:pt x="1825" y="6546"/>
                </a:lnTo>
                <a:lnTo>
                  <a:pt x="1703" y="6692"/>
                </a:lnTo>
                <a:lnTo>
                  <a:pt x="1460" y="7009"/>
                </a:lnTo>
                <a:lnTo>
                  <a:pt x="1217" y="7325"/>
                </a:lnTo>
                <a:lnTo>
                  <a:pt x="925" y="7714"/>
                </a:lnTo>
                <a:lnTo>
                  <a:pt x="657" y="8152"/>
                </a:lnTo>
                <a:lnTo>
                  <a:pt x="657" y="8128"/>
                </a:lnTo>
                <a:lnTo>
                  <a:pt x="730" y="7398"/>
                </a:lnTo>
                <a:lnTo>
                  <a:pt x="828" y="7276"/>
                </a:lnTo>
                <a:lnTo>
                  <a:pt x="901" y="7130"/>
                </a:lnTo>
                <a:lnTo>
                  <a:pt x="1047" y="6887"/>
                </a:lnTo>
                <a:lnTo>
                  <a:pt x="1339" y="6522"/>
                </a:lnTo>
                <a:lnTo>
                  <a:pt x="1460" y="6327"/>
                </a:lnTo>
                <a:lnTo>
                  <a:pt x="1582" y="6133"/>
                </a:lnTo>
                <a:close/>
                <a:moveTo>
                  <a:pt x="1971" y="7982"/>
                </a:moveTo>
                <a:lnTo>
                  <a:pt x="1995" y="8104"/>
                </a:lnTo>
                <a:lnTo>
                  <a:pt x="2044" y="8225"/>
                </a:lnTo>
                <a:lnTo>
                  <a:pt x="2117" y="8323"/>
                </a:lnTo>
                <a:lnTo>
                  <a:pt x="2190" y="8396"/>
                </a:lnTo>
                <a:lnTo>
                  <a:pt x="1533" y="9369"/>
                </a:lnTo>
                <a:lnTo>
                  <a:pt x="682" y="10658"/>
                </a:lnTo>
                <a:lnTo>
                  <a:pt x="682" y="10512"/>
                </a:lnTo>
                <a:lnTo>
                  <a:pt x="657" y="10123"/>
                </a:lnTo>
                <a:lnTo>
                  <a:pt x="1241" y="9150"/>
                </a:lnTo>
                <a:lnTo>
                  <a:pt x="1849" y="8201"/>
                </a:lnTo>
                <a:lnTo>
                  <a:pt x="1971" y="7982"/>
                </a:lnTo>
                <a:close/>
                <a:moveTo>
                  <a:pt x="3188" y="8566"/>
                </a:moveTo>
                <a:lnTo>
                  <a:pt x="2312" y="9928"/>
                </a:lnTo>
                <a:lnTo>
                  <a:pt x="1436" y="11242"/>
                </a:lnTo>
                <a:lnTo>
                  <a:pt x="1047" y="11753"/>
                </a:lnTo>
                <a:lnTo>
                  <a:pt x="828" y="11997"/>
                </a:lnTo>
                <a:lnTo>
                  <a:pt x="657" y="12264"/>
                </a:lnTo>
                <a:lnTo>
                  <a:pt x="657" y="11242"/>
                </a:lnTo>
                <a:lnTo>
                  <a:pt x="974" y="10780"/>
                </a:lnTo>
                <a:lnTo>
                  <a:pt x="1922" y="9369"/>
                </a:lnTo>
                <a:lnTo>
                  <a:pt x="2458" y="8590"/>
                </a:lnTo>
                <a:lnTo>
                  <a:pt x="2579" y="8639"/>
                </a:lnTo>
                <a:lnTo>
                  <a:pt x="2725" y="8663"/>
                </a:lnTo>
                <a:lnTo>
                  <a:pt x="2871" y="8663"/>
                </a:lnTo>
                <a:lnTo>
                  <a:pt x="2993" y="8639"/>
                </a:lnTo>
                <a:lnTo>
                  <a:pt x="3090" y="8615"/>
                </a:lnTo>
                <a:lnTo>
                  <a:pt x="3188" y="8566"/>
                </a:lnTo>
                <a:close/>
                <a:moveTo>
                  <a:pt x="3991" y="7787"/>
                </a:moveTo>
                <a:lnTo>
                  <a:pt x="3991" y="8834"/>
                </a:lnTo>
                <a:lnTo>
                  <a:pt x="3820" y="8980"/>
                </a:lnTo>
                <a:lnTo>
                  <a:pt x="3650" y="9174"/>
                </a:lnTo>
                <a:lnTo>
                  <a:pt x="3358" y="9588"/>
                </a:lnTo>
                <a:lnTo>
                  <a:pt x="2823" y="10342"/>
                </a:lnTo>
                <a:lnTo>
                  <a:pt x="2555" y="10707"/>
                </a:lnTo>
                <a:lnTo>
                  <a:pt x="2287" y="11096"/>
                </a:lnTo>
                <a:lnTo>
                  <a:pt x="1436" y="12143"/>
                </a:lnTo>
                <a:lnTo>
                  <a:pt x="1022" y="12654"/>
                </a:lnTo>
                <a:lnTo>
                  <a:pt x="633" y="13189"/>
                </a:lnTo>
                <a:lnTo>
                  <a:pt x="633" y="12946"/>
                </a:lnTo>
                <a:lnTo>
                  <a:pt x="633" y="12775"/>
                </a:lnTo>
                <a:lnTo>
                  <a:pt x="755" y="12654"/>
                </a:lnTo>
                <a:lnTo>
                  <a:pt x="876" y="12532"/>
                </a:lnTo>
                <a:lnTo>
                  <a:pt x="1120" y="12264"/>
                </a:lnTo>
                <a:lnTo>
                  <a:pt x="1509" y="11680"/>
                </a:lnTo>
                <a:lnTo>
                  <a:pt x="2020" y="10975"/>
                </a:lnTo>
                <a:lnTo>
                  <a:pt x="2506" y="10245"/>
                </a:lnTo>
                <a:lnTo>
                  <a:pt x="2993" y="9490"/>
                </a:lnTo>
                <a:lnTo>
                  <a:pt x="3455" y="8736"/>
                </a:lnTo>
                <a:lnTo>
                  <a:pt x="3723" y="8274"/>
                </a:lnTo>
                <a:lnTo>
                  <a:pt x="3869" y="8031"/>
                </a:lnTo>
                <a:lnTo>
                  <a:pt x="3991" y="7787"/>
                </a:lnTo>
                <a:close/>
                <a:moveTo>
                  <a:pt x="4039" y="14065"/>
                </a:moveTo>
                <a:lnTo>
                  <a:pt x="4039" y="14430"/>
                </a:lnTo>
                <a:lnTo>
                  <a:pt x="3820" y="14430"/>
                </a:lnTo>
                <a:lnTo>
                  <a:pt x="4015" y="14089"/>
                </a:lnTo>
                <a:lnTo>
                  <a:pt x="4039" y="14065"/>
                </a:lnTo>
                <a:close/>
                <a:moveTo>
                  <a:pt x="4039" y="12921"/>
                </a:moveTo>
                <a:lnTo>
                  <a:pt x="4039" y="13140"/>
                </a:lnTo>
                <a:lnTo>
                  <a:pt x="4039" y="13554"/>
                </a:lnTo>
                <a:lnTo>
                  <a:pt x="3918" y="13724"/>
                </a:lnTo>
                <a:lnTo>
                  <a:pt x="3820" y="13870"/>
                </a:lnTo>
                <a:lnTo>
                  <a:pt x="3577" y="14235"/>
                </a:lnTo>
                <a:lnTo>
                  <a:pt x="3431" y="14454"/>
                </a:lnTo>
                <a:lnTo>
                  <a:pt x="2993" y="14454"/>
                </a:lnTo>
                <a:lnTo>
                  <a:pt x="3431" y="13797"/>
                </a:lnTo>
                <a:lnTo>
                  <a:pt x="3747" y="13359"/>
                </a:lnTo>
                <a:lnTo>
                  <a:pt x="4039" y="12921"/>
                </a:lnTo>
                <a:close/>
                <a:moveTo>
                  <a:pt x="4039" y="11826"/>
                </a:moveTo>
                <a:lnTo>
                  <a:pt x="4039" y="12483"/>
                </a:lnTo>
                <a:lnTo>
                  <a:pt x="3845" y="12678"/>
                </a:lnTo>
                <a:lnTo>
                  <a:pt x="3650" y="12873"/>
                </a:lnTo>
                <a:lnTo>
                  <a:pt x="3334" y="13311"/>
                </a:lnTo>
                <a:lnTo>
                  <a:pt x="2896" y="13895"/>
                </a:lnTo>
                <a:lnTo>
                  <a:pt x="2677" y="14187"/>
                </a:lnTo>
                <a:lnTo>
                  <a:pt x="2482" y="14503"/>
                </a:lnTo>
                <a:lnTo>
                  <a:pt x="2312" y="14503"/>
                </a:lnTo>
                <a:lnTo>
                  <a:pt x="2433" y="14333"/>
                </a:lnTo>
                <a:lnTo>
                  <a:pt x="2555" y="14162"/>
                </a:lnTo>
                <a:lnTo>
                  <a:pt x="2871" y="13651"/>
                </a:lnTo>
                <a:lnTo>
                  <a:pt x="3188" y="13116"/>
                </a:lnTo>
                <a:lnTo>
                  <a:pt x="3504" y="12581"/>
                </a:lnTo>
                <a:lnTo>
                  <a:pt x="3845" y="12070"/>
                </a:lnTo>
                <a:lnTo>
                  <a:pt x="4039" y="11826"/>
                </a:lnTo>
                <a:close/>
                <a:moveTo>
                  <a:pt x="4015" y="10391"/>
                </a:moveTo>
                <a:lnTo>
                  <a:pt x="4015" y="11218"/>
                </a:lnTo>
                <a:lnTo>
                  <a:pt x="4039" y="11364"/>
                </a:lnTo>
                <a:lnTo>
                  <a:pt x="3869" y="11486"/>
                </a:lnTo>
                <a:lnTo>
                  <a:pt x="3723" y="11656"/>
                </a:lnTo>
                <a:lnTo>
                  <a:pt x="3577" y="11826"/>
                </a:lnTo>
                <a:lnTo>
                  <a:pt x="3455" y="12021"/>
                </a:lnTo>
                <a:lnTo>
                  <a:pt x="3236" y="12386"/>
                </a:lnTo>
                <a:lnTo>
                  <a:pt x="3042" y="12702"/>
                </a:lnTo>
                <a:lnTo>
                  <a:pt x="2725" y="13238"/>
                </a:lnTo>
                <a:lnTo>
                  <a:pt x="2409" y="13773"/>
                </a:lnTo>
                <a:lnTo>
                  <a:pt x="2263" y="13968"/>
                </a:lnTo>
                <a:lnTo>
                  <a:pt x="2117" y="14138"/>
                </a:lnTo>
                <a:lnTo>
                  <a:pt x="1971" y="14333"/>
                </a:lnTo>
                <a:lnTo>
                  <a:pt x="1849" y="14527"/>
                </a:lnTo>
                <a:lnTo>
                  <a:pt x="1047" y="14600"/>
                </a:lnTo>
                <a:lnTo>
                  <a:pt x="1460" y="14089"/>
                </a:lnTo>
                <a:lnTo>
                  <a:pt x="1825" y="13554"/>
                </a:lnTo>
                <a:lnTo>
                  <a:pt x="2214" y="13019"/>
                </a:lnTo>
                <a:lnTo>
                  <a:pt x="2604" y="12508"/>
                </a:lnTo>
                <a:lnTo>
                  <a:pt x="2823" y="12240"/>
                </a:lnTo>
                <a:lnTo>
                  <a:pt x="3017" y="11972"/>
                </a:lnTo>
                <a:lnTo>
                  <a:pt x="3382" y="11388"/>
                </a:lnTo>
                <a:lnTo>
                  <a:pt x="3723" y="10902"/>
                </a:lnTo>
                <a:lnTo>
                  <a:pt x="3869" y="10634"/>
                </a:lnTo>
                <a:lnTo>
                  <a:pt x="4015" y="10391"/>
                </a:lnTo>
                <a:close/>
                <a:moveTo>
                  <a:pt x="4015" y="9271"/>
                </a:moveTo>
                <a:lnTo>
                  <a:pt x="4015" y="10147"/>
                </a:lnTo>
                <a:lnTo>
                  <a:pt x="3893" y="10220"/>
                </a:lnTo>
                <a:lnTo>
                  <a:pt x="3796" y="10318"/>
                </a:lnTo>
                <a:lnTo>
                  <a:pt x="3626" y="10512"/>
                </a:lnTo>
                <a:lnTo>
                  <a:pt x="3455" y="10731"/>
                </a:lnTo>
                <a:lnTo>
                  <a:pt x="3285" y="10975"/>
                </a:lnTo>
                <a:lnTo>
                  <a:pt x="2847" y="11632"/>
                </a:lnTo>
                <a:lnTo>
                  <a:pt x="2628" y="11972"/>
                </a:lnTo>
                <a:lnTo>
                  <a:pt x="2385" y="12289"/>
                </a:lnTo>
                <a:lnTo>
                  <a:pt x="1947" y="12873"/>
                </a:lnTo>
                <a:lnTo>
                  <a:pt x="1509" y="13481"/>
                </a:lnTo>
                <a:lnTo>
                  <a:pt x="1071" y="14065"/>
                </a:lnTo>
                <a:lnTo>
                  <a:pt x="828" y="14333"/>
                </a:lnTo>
                <a:lnTo>
                  <a:pt x="584" y="14625"/>
                </a:lnTo>
                <a:lnTo>
                  <a:pt x="609" y="14430"/>
                </a:lnTo>
                <a:lnTo>
                  <a:pt x="609" y="14235"/>
                </a:lnTo>
                <a:lnTo>
                  <a:pt x="609" y="13895"/>
                </a:lnTo>
                <a:lnTo>
                  <a:pt x="1120" y="13213"/>
                </a:lnTo>
                <a:lnTo>
                  <a:pt x="1631" y="12556"/>
                </a:lnTo>
                <a:lnTo>
                  <a:pt x="2677" y="11242"/>
                </a:lnTo>
                <a:lnTo>
                  <a:pt x="3090" y="10658"/>
                </a:lnTo>
                <a:lnTo>
                  <a:pt x="3480" y="10050"/>
                </a:lnTo>
                <a:lnTo>
                  <a:pt x="3747" y="9661"/>
                </a:lnTo>
                <a:lnTo>
                  <a:pt x="4015" y="9271"/>
                </a:lnTo>
                <a:close/>
                <a:moveTo>
                  <a:pt x="10341" y="488"/>
                </a:moveTo>
                <a:lnTo>
                  <a:pt x="10536" y="512"/>
                </a:lnTo>
                <a:lnTo>
                  <a:pt x="10755" y="536"/>
                </a:lnTo>
                <a:lnTo>
                  <a:pt x="10950" y="585"/>
                </a:lnTo>
                <a:lnTo>
                  <a:pt x="11071" y="609"/>
                </a:lnTo>
                <a:lnTo>
                  <a:pt x="11169" y="658"/>
                </a:lnTo>
                <a:lnTo>
                  <a:pt x="11266" y="731"/>
                </a:lnTo>
                <a:lnTo>
                  <a:pt x="11339" y="828"/>
                </a:lnTo>
                <a:lnTo>
                  <a:pt x="11485" y="999"/>
                </a:lnTo>
                <a:lnTo>
                  <a:pt x="11582" y="1217"/>
                </a:lnTo>
                <a:lnTo>
                  <a:pt x="11655" y="1436"/>
                </a:lnTo>
                <a:lnTo>
                  <a:pt x="11704" y="1680"/>
                </a:lnTo>
                <a:lnTo>
                  <a:pt x="11728" y="1923"/>
                </a:lnTo>
                <a:lnTo>
                  <a:pt x="11728" y="2385"/>
                </a:lnTo>
                <a:lnTo>
                  <a:pt x="11680" y="2848"/>
                </a:lnTo>
                <a:lnTo>
                  <a:pt x="11582" y="3310"/>
                </a:lnTo>
                <a:lnTo>
                  <a:pt x="11461" y="3772"/>
                </a:lnTo>
                <a:lnTo>
                  <a:pt x="11315" y="4210"/>
                </a:lnTo>
                <a:lnTo>
                  <a:pt x="10974" y="5111"/>
                </a:lnTo>
                <a:lnTo>
                  <a:pt x="10804" y="5549"/>
                </a:lnTo>
                <a:lnTo>
                  <a:pt x="10658" y="5987"/>
                </a:lnTo>
                <a:lnTo>
                  <a:pt x="10658" y="6084"/>
                </a:lnTo>
                <a:lnTo>
                  <a:pt x="10658" y="6181"/>
                </a:lnTo>
                <a:lnTo>
                  <a:pt x="10731" y="6254"/>
                </a:lnTo>
                <a:lnTo>
                  <a:pt x="10779" y="6303"/>
                </a:lnTo>
                <a:lnTo>
                  <a:pt x="10877" y="6327"/>
                </a:lnTo>
                <a:lnTo>
                  <a:pt x="10950" y="6327"/>
                </a:lnTo>
                <a:lnTo>
                  <a:pt x="11047" y="6303"/>
                </a:lnTo>
                <a:lnTo>
                  <a:pt x="11120" y="6279"/>
                </a:lnTo>
                <a:lnTo>
                  <a:pt x="11388" y="6303"/>
                </a:lnTo>
                <a:lnTo>
                  <a:pt x="11655" y="6327"/>
                </a:lnTo>
                <a:lnTo>
                  <a:pt x="12215" y="6352"/>
                </a:lnTo>
                <a:lnTo>
                  <a:pt x="12775" y="6327"/>
                </a:lnTo>
                <a:lnTo>
                  <a:pt x="13310" y="6327"/>
                </a:lnTo>
                <a:lnTo>
                  <a:pt x="13748" y="6352"/>
                </a:lnTo>
                <a:lnTo>
                  <a:pt x="14210" y="6425"/>
                </a:lnTo>
                <a:lnTo>
                  <a:pt x="14673" y="6498"/>
                </a:lnTo>
                <a:lnTo>
                  <a:pt x="15111" y="6595"/>
                </a:lnTo>
                <a:lnTo>
                  <a:pt x="15476" y="6668"/>
                </a:lnTo>
                <a:lnTo>
                  <a:pt x="15841" y="6790"/>
                </a:lnTo>
                <a:lnTo>
                  <a:pt x="16011" y="6887"/>
                </a:lnTo>
                <a:lnTo>
                  <a:pt x="16157" y="6960"/>
                </a:lnTo>
                <a:lnTo>
                  <a:pt x="16327" y="7082"/>
                </a:lnTo>
                <a:lnTo>
                  <a:pt x="16449" y="7203"/>
                </a:lnTo>
                <a:lnTo>
                  <a:pt x="16546" y="7301"/>
                </a:lnTo>
                <a:lnTo>
                  <a:pt x="16619" y="7398"/>
                </a:lnTo>
                <a:lnTo>
                  <a:pt x="16644" y="7520"/>
                </a:lnTo>
                <a:lnTo>
                  <a:pt x="16668" y="7641"/>
                </a:lnTo>
                <a:lnTo>
                  <a:pt x="16692" y="7763"/>
                </a:lnTo>
                <a:lnTo>
                  <a:pt x="16668" y="7885"/>
                </a:lnTo>
                <a:lnTo>
                  <a:pt x="16644" y="8031"/>
                </a:lnTo>
                <a:lnTo>
                  <a:pt x="16595" y="8152"/>
                </a:lnTo>
                <a:lnTo>
                  <a:pt x="16473" y="8371"/>
                </a:lnTo>
                <a:lnTo>
                  <a:pt x="16303" y="8566"/>
                </a:lnTo>
                <a:lnTo>
                  <a:pt x="16206" y="8663"/>
                </a:lnTo>
                <a:lnTo>
                  <a:pt x="16108" y="8736"/>
                </a:lnTo>
                <a:lnTo>
                  <a:pt x="15987" y="8785"/>
                </a:lnTo>
                <a:lnTo>
                  <a:pt x="15889" y="8834"/>
                </a:lnTo>
                <a:lnTo>
                  <a:pt x="15792" y="8882"/>
                </a:lnTo>
                <a:lnTo>
                  <a:pt x="15719" y="8955"/>
                </a:lnTo>
                <a:lnTo>
                  <a:pt x="15695" y="9053"/>
                </a:lnTo>
                <a:lnTo>
                  <a:pt x="15719" y="9150"/>
                </a:lnTo>
                <a:lnTo>
                  <a:pt x="15743" y="9247"/>
                </a:lnTo>
                <a:lnTo>
                  <a:pt x="15816" y="9296"/>
                </a:lnTo>
                <a:lnTo>
                  <a:pt x="15914" y="9344"/>
                </a:lnTo>
                <a:lnTo>
                  <a:pt x="16035" y="9344"/>
                </a:lnTo>
                <a:lnTo>
                  <a:pt x="16157" y="9296"/>
                </a:lnTo>
                <a:lnTo>
                  <a:pt x="16279" y="9393"/>
                </a:lnTo>
                <a:lnTo>
                  <a:pt x="16376" y="9490"/>
                </a:lnTo>
                <a:lnTo>
                  <a:pt x="16425" y="9636"/>
                </a:lnTo>
                <a:lnTo>
                  <a:pt x="16473" y="9782"/>
                </a:lnTo>
                <a:lnTo>
                  <a:pt x="16473" y="9953"/>
                </a:lnTo>
                <a:lnTo>
                  <a:pt x="16449" y="10123"/>
                </a:lnTo>
                <a:lnTo>
                  <a:pt x="16376" y="10415"/>
                </a:lnTo>
                <a:lnTo>
                  <a:pt x="16303" y="10610"/>
                </a:lnTo>
                <a:lnTo>
                  <a:pt x="16206" y="10756"/>
                </a:lnTo>
                <a:lnTo>
                  <a:pt x="16084" y="10902"/>
                </a:lnTo>
                <a:lnTo>
                  <a:pt x="15938" y="11023"/>
                </a:lnTo>
                <a:lnTo>
                  <a:pt x="15743" y="11145"/>
                </a:lnTo>
                <a:lnTo>
                  <a:pt x="15670" y="11194"/>
                </a:lnTo>
                <a:lnTo>
                  <a:pt x="15622" y="11315"/>
                </a:lnTo>
                <a:lnTo>
                  <a:pt x="15622" y="11388"/>
                </a:lnTo>
                <a:lnTo>
                  <a:pt x="15646" y="11437"/>
                </a:lnTo>
                <a:lnTo>
                  <a:pt x="15670" y="11486"/>
                </a:lnTo>
                <a:lnTo>
                  <a:pt x="15719" y="11510"/>
                </a:lnTo>
                <a:lnTo>
                  <a:pt x="15792" y="11559"/>
                </a:lnTo>
                <a:lnTo>
                  <a:pt x="15889" y="11583"/>
                </a:lnTo>
                <a:lnTo>
                  <a:pt x="15962" y="11753"/>
                </a:lnTo>
                <a:lnTo>
                  <a:pt x="15987" y="11924"/>
                </a:lnTo>
                <a:lnTo>
                  <a:pt x="16011" y="12070"/>
                </a:lnTo>
                <a:lnTo>
                  <a:pt x="15987" y="12410"/>
                </a:lnTo>
                <a:lnTo>
                  <a:pt x="15962" y="12678"/>
                </a:lnTo>
                <a:lnTo>
                  <a:pt x="15914" y="12824"/>
                </a:lnTo>
                <a:lnTo>
                  <a:pt x="15865" y="12994"/>
                </a:lnTo>
                <a:lnTo>
                  <a:pt x="15792" y="13140"/>
                </a:lnTo>
                <a:lnTo>
                  <a:pt x="15719" y="13262"/>
                </a:lnTo>
                <a:lnTo>
                  <a:pt x="15622" y="13335"/>
                </a:lnTo>
                <a:lnTo>
                  <a:pt x="15549" y="13359"/>
                </a:lnTo>
                <a:lnTo>
                  <a:pt x="15500" y="13359"/>
                </a:lnTo>
                <a:lnTo>
                  <a:pt x="15403" y="13384"/>
                </a:lnTo>
                <a:lnTo>
                  <a:pt x="15330" y="13432"/>
                </a:lnTo>
                <a:lnTo>
                  <a:pt x="15281" y="13505"/>
                </a:lnTo>
                <a:lnTo>
                  <a:pt x="15257" y="13578"/>
                </a:lnTo>
                <a:lnTo>
                  <a:pt x="15257" y="13676"/>
                </a:lnTo>
                <a:lnTo>
                  <a:pt x="15281" y="13749"/>
                </a:lnTo>
                <a:lnTo>
                  <a:pt x="15354" y="13797"/>
                </a:lnTo>
                <a:lnTo>
                  <a:pt x="15427" y="13846"/>
                </a:lnTo>
                <a:lnTo>
                  <a:pt x="15524" y="13846"/>
                </a:lnTo>
                <a:lnTo>
                  <a:pt x="15573" y="14089"/>
                </a:lnTo>
                <a:lnTo>
                  <a:pt x="15622" y="14357"/>
                </a:lnTo>
                <a:lnTo>
                  <a:pt x="15622" y="14479"/>
                </a:lnTo>
                <a:lnTo>
                  <a:pt x="15622" y="14600"/>
                </a:lnTo>
                <a:lnTo>
                  <a:pt x="15597" y="14722"/>
                </a:lnTo>
                <a:lnTo>
                  <a:pt x="15549" y="14868"/>
                </a:lnTo>
                <a:lnTo>
                  <a:pt x="15476" y="14965"/>
                </a:lnTo>
                <a:lnTo>
                  <a:pt x="15403" y="15063"/>
                </a:lnTo>
                <a:lnTo>
                  <a:pt x="15305" y="15136"/>
                </a:lnTo>
                <a:lnTo>
                  <a:pt x="15208" y="15184"/>
                </a:lnTo>
                <a:lnTo>
                  <a:pt x="15208" y="15184"/>
                </a:lnTo>
                <a:lnTo>
                  <a:pt x="15257" y="14917"/>
                </a:lnTo>
                <a:lnTo>
                  <a:pt x="15330" y="14625"/>
                </a:lnTo>
                <a:lnTo>
                  <a:pt x="15330" y="14600"/>
                </a:lnTo>
                <a:lnTo>
                  <a:pt x="15330" y="14552"/>
                </a:lnTo>
                <a:lnTo>
                  <a:pt x="15281" y="14527"/>
                </a:lnTo>
                <a:lnTo>
                  <a:pt x="15208" y="14503"/>
                </a:lnTo>
                <a:lnTo>
                  <a:pt x="15184" y="14527"/>
                </a:lnTo>
                <a:lnTo>
                  <a:pt x="15159" y="14552"/>
                </a:lnTo>
                <a:lnTo>
                  <a:pt x="15013" y="14917"/>
                </a:lnTo>
                <a:lnTo>
                  <a:pt x="14965" y="15087"/>
                </a:lnTo>
                <a:lnTo>
                  <a:pt x="14965" y="15282"/>
                </a:lnTo>
                <a:lnTo>
                  <a:pt x="14648" y="15355"/>
                </a:lnTo>
                <a:lnTo>
                  <a:pt x="14721" y="15038"/>
                </a:lnTo>
                <a:lnTo>
                  <a:pt x="14819" y="14673"/>
                </a:lnTo>
                <a:lnTo>
                  <a:pt x="14867" y="14308"/>
                </a:lnTo>
                <a:lnTo>
                  <a:pt x="14867" y="14284"/>
                </a:lnTo>
                <a:lnTo>
                  <a:pt x="14843" y="14235"/>
                </a:lnTo>
                <a:lnTo>
                  <a:pt x="14794" y="14211"/>
                </a:lnTo>
                <a:lnTo>
                  <a:pt x="14721" y="14235"/>
                </a:lnTo>
                <a:lnTo>
                  <a:pt x="14673" y="14260"/>
                </a:lnTo>
                <a:lnTo>
                  <a:pt x="14673" y="14284"/>
                </a:lnTo>
                <a:lnTo>
                  <a:pt x="14551" y="14625"/>
                </a:lnTo>
                <a:lnTo>
                  <a:pt x="14454" y="14965"/>
                </a:lnTo>
                <a:lnTo>
                  <a:pt x="14356" y="15184"/>
                </a:lnTo>
                <a:lnTo>
                  <a:pt x="14332" y="15306"/>
                </a:lnTo>
                <a:lnTo>
                  <a:pt x="14332" y="15403"/>
                </a:lnTo>
                <a:lnTo>
                  <a:pt x="14064" y="15428"/>
                </a:lnTo>
                <a:lnTo>
                  <a:pt x="14064" y="15428"/>
                </a:lnTo>
                <a:lnTo>
                  <a:pt x="14089" y="15379"/>
                </a:lnTo>
                <a:lnTo>
                  <a:pt x="14089" y="15330"/>
                </a:lnTo>
                <a:lnTo>
                  <a:pt x="14113" y="15063"/>
                </a:lnTo>
                <a:lnTo>
                  <a:pt x="14162" y="14771"/>
                </a:lnTo>
                <a:lnTo>
                  <a:pt x="14235" y="14503"/>
                </a:lnTo>
                <a:lnTo>
                  <a:pt x="14356" y="14260"/>
                </a:lnTo>
                <a:lnTo>
                  <a:pt x="14356" y="14211"/>
                </a:lnTo>
                <a:lnTo>
                  <a:pt x="14332" y="14162"/>
                </a:lnTo>
                <a:lnTo>
                  <a:pt x="14283" y="14138"/>
                </a:lnTo>
                <a:lnTo>
                  <a:pt x="14235" y="14162"/>
                </a:lnTo>
                <a:lnTo>
                  <a:pt x="14064" y="14430"/>
                </a:lnTo>
                <a:lnTo>
                  <a:pt x="13918" y="14722"/>
                </a:lnTo>
                <a:lnTo>
                  <a:pt x="13845" y="14868"/>
                </a:lnTo>
                <a:lnTo>
                  <a:pt x="13821" y="15014"/>
                </a:lnTo>
                <a:lnTo>
                  <a:pt x="13797" y="15160"/>
                </a:lnTo>
                <a:lnTo>
                  <a:pt x="13797" y="15330"/>
                </a:lnTo>
                <a:lnTo>
                  <a:pt x="13821" y="15379"/>
                </a:lnTo>
                <a:lnTo>
                  <a:pt x="13845" y="15428"/>
                </a:lnTo>
                <a:lnTo>
                  <a:pt x="13383" y="15428"/>
                </a:lnTo>
                <a:lnTo>
                  <a:pt x="13432" y="15209"/>
                </a:lnTo>
                <a:lnTo>
                  <a:pt x="13456" y="14990"/>
                </a:lnTo>
                <a:lnTo>
                  <a:pt x="13505" y="14771"/>
                </a:lnTo>
                <a:lnTo>
                  <a:pt x="13578" y="14552"/>
                </a:lnTo>
                <a:lnTo>
                  <a:pt x="13748" y="14114"/>
                </a:lnTo>
                <a:lnTo>
                  <a:pt x="13748" y="14089"/>
                </a:lnTo>
                <a:lnTo>
                  <a:pt x="13748" y="14065"/>
                </a:lnTo>
                <a:lnTo>
                  <a:pt x="13699" y="14016"/>
                </a:lnTo>
                <a:lnTo>
                  <a:pt x="13651" y="14016"/>
                </a:lnTo>
                <a:lnTo>
                  <a:pt x="13602" y="14065"/>
                </a:lnTo>
                <a:lnTo>
                  <a:pt x="13456" y="14260"/>
                </a:lnTo>
                <a:lnTo>
                  <a:pt x="13334" y="14454"/>
                </a:lnTo>
                <a:lnTo>
                  <a:pt x="13237" y="14673"/>
                </a:lnTo>
                <a:lnTo>
                  <a:pt x="13140" y="14917"/>
                </a:lnTo>
                <a:lnTo>
                  <a:pt x="13067" y="15136"/>
                </a:lnTo>
                <a:lnTo>
                  <a:pt x="13042" y="15282"/>
                </a:lnTo>
                <a:lnTo>
                  <a:pt x="13042" y="15403"/>
                </a:lnTo>
                <a:lnTo>
                  <a:pt x="12556" y="15330"/>
                </a:lnTo>
                <a:lnTo>
                  <a:pt x="12604" y="15038"/>
                </a:lnTo>
                <a:lnTo>
                  <a:pt x="12677" y="14746"/>
                </a:lnTo>
                <a:lnTo>
                  <a:pt x="12775" y="14479"/>
                </a:lnTo>
                <a:lnTo>
                  <a:pt x="12921" y="14211"/>
                </a:lnTo>
                <a:lnTo>
                  <a:pt x="12921" y="14162"/>
                </a:lnTo>
                <a:lnTo>
                  <a:pt x="12896" y="14114"/>
                </a:lnTo>
                <a:lnTo>
                  <a:pt x="12799" y="14114"/>
                </a:lnTo>
                <a:lnTo>
                  <a:pt x="12702" y="14235"/>
                </a:lnTo>
                <a:lnTo>
                  <a:pt x="12604" y="14357"/>
                </a:lnTo>
                <a:lnTo>
                  <a:pt x="12507" y="14479"/>
                </a:lnTo>
                <a:lnTo>
                  <a:pt x="12410" y="14649"/>
                </a:lnTo>
                <a:lnTo>
                  <a:pt x="12337" y="14795"/>
                </a:lnTo>
                <a:lnTo>
                  <a:pt x="12288" y="14965"/>
                </a:lnTo>
                <a:lnTo>
                  <a:pt x="12239" y="15136"/>
                </a:lnTo>
                <a:lnTo>
                  <a:pt x="12239" y="15282"/>
                </a:lnTo>
                <a:lnTo>
                  <a:pt x="11801" y="15233"/>
                </a:lnTo>
                <a:lnTo>
                  <a:pt x="11753" y="15209"/>
                </a:lnTo>
                <a:lnTo>
                  <a:pt x="11874" y="14941"/>
                </a:lnTo>
                <a:lnTo>
                  <a:pt x="11947" y="14673"/>
                </a:lnTo>
                <a:lnTo>
                  <a:pt x="12118" y="14114"/>
                </a:lnTo>
                <a:lnTo>
                  <a:pt x="12118" y="14089"/>
                </a:lnTo>
                <a:lnTo>
                  <a:pt x="12118" y="14065"/>
                </a:lnTo>
                <a:lnTo>
                  <a:pt x="12093" y="14065"/>
                </a:lnTo>
                <a:lnTo>
                  <a:pt x="12069" y="14089"/>
                </a:lnTo>
                <a:lnTo>
                  <a:pt x="11874" y="14357"/>
                </a:lnTo>
                <a:lnTo>
                  <a:pt x="11680" y="14600"/>
                </a:lnTo>
                <a:lnTo>
                  <a:pt x="11509" y="14868"/>
                </a:lnTo>
                <a:lnTo>
                  <a:pt x="11363" y="15136"/>
                </a:lnTo>
                <a:lnTo>
                  <a:pt x="11363" y="15160"/>
                </a:lnTo>
                <a:lnTo>
                  <a:pt x="10974" y="15087"/>
                </a:lnTo>
                <a:lnTo>
                  <a:pt x="11096" y="14990"/>
                </a:lnTo>
                <a:lnTo>
                  <a:pt x="11169" y="14868"/>
                </a:lnTo>
                <a:lnTo>
                  <a:pt x="11290" y="14600"/>
                </a:lnTo>
                <a:lnTo>
                  <a:pt x="11655" y="13870"/>
                </a:lnTo>
                <a:lnTo>
                  <a:pt x="11680" y="13846"/>
                </a:lnTo>
                <a:lnTo>
                  <a:pt x="11680" y="13822"/>
                </a:lnTo>
                <a:lnTo>
                  <a:pt x="11631" y="13773"/>
                </a:lnTo>
                <a:lnTo>
                  <a:pt x="11558" y="13773"/>
                </a:lnTo>
                <a:lnTo>
                  <a:pt x="11534" y="13797"/>
                </a:lnTo>
                <a:lnTo>
                  <a:pt x="11144" y="14406"/>
                </a:lnTo>
                <a:lnTo>
                  <a:pt x="10974" y="14722"/>
                </a:lnTo>
                <a:lnTo>
                  <a:pt x="10901" y="14868"/>
                </a:lnTo>
                <a:lnTo>
                  <a:pt x="10877" y="14941"/>
                </a:lnTo>
                <a:lnTo>
                  <a:pt x="10877" y="15038"/>
                </a:lnTo>
                <a:lnTo>
                  <a:pt x="10901" y="15063"/>
                </a:lnTo>
                <a:lnTo>
                  <a:pt x="10341" y="14941"/>
                </a:lnTo>
                <a:lnTo>
                  <a:pt x="10487" y="14625"/>
                </a:lnTo>
                <a:lnTo>
                  <a:pt x="10633" y="14333"/>
                </a:lnTo>
                <a:lnTo>
                  <a:pt x="10804" y="14041"/>
                </a:lnTo>
                <a:lnTo>
                  <a:pt x="10998" y="13773"/>
                </a:lnTo>
                <a:lnTo>
                  <a:pt x="11023" y="13724"/>
                </a:lnTo>
                <a:lnTo>
                  <a:pt x="10998" y="13700"/>
                </a:lnTo>
                <a:lnTo>
                  <a:pt x="10950" y="13676"/>
                </a:lnTo>
                <a:lnTo>
                  <a:pt x="10901" y="13700"/>
                </a:lnTo>
                <a:lnTo>
                  <a:pt x="10658" y="13943"/>
                </a:lnTo>
                <a:lnTo>
                  <a:pt x="10414" y="14211"/>
                </a:lnTo>
                <a:lnTo>
                  <a:pt x="10317" y="14357"/>
                </a:lnTo>
                <a:lnTo>
                  <a:pt x="10220" y="14503"/>
                </a:lnTo>
                <a:lnTo>
                  <a:pt x="10147" y="14673"/>
                </a:lnTo>
                <a:lnTo>
                  <a:pt x="10098" y="14844"/>
                </a:lnTo>
                <a:lnTo>
                  <a:pt x="10098" y="14892"/>
                </a:lnTo>
                <a:lnTo>
                  <a:pt x="9709" y="14771"/>
                </a:lnTo>
                <a:lnTo>
                  <a:pt x="9757" y="14576"/>
                </a:lnTo>
                <a:lnTo>
                  <a:pt x="9830" y="14381"/>
                </a:lnTo>
                <a:lnTo>
                  <a:pt x="10001" y="13968"/>
                </a:lnTo>
                <a:lnTo>
                  <a:pt x="10147" y="13530"/>
                </a:lnTo>
                <a:lnTo>
                  <a:pt x="10147" y="13505"/>
                </a:lnTo>
                <a:lnTo>
                  <a:pt x="10122" y="13530"/>
                </a:lnTo>
                <a:lnTo>
                  <a:pt x="9879" y="13919"/>
                </a:lnTo>
                <a:lnTo>
                  <a:pt x="9636" y="14308"/>
                </a:lnTo>
                <a:lnTo>
                  <a:pt x="9539" y="14503"/>
                </a:lnTo>
                <a:lnTo>
                  <a:pt x="9466" y="14698"/>
                </a:lnTo>
                <a:lnTo>
                  <a:pt x="8906" y="14527"/>
                </a:lnTo>
                <a:lnTo>
                  <a:pt x="8979" y="14430"/>
                </a:lnTo>
                <a:lnTo>
                  <a:pt x="9028" y="14308"/>
                </a:lnTo>
                <a:lnTo>
                  <a:pt x="9149" y="14089"/>
                </a:lnTo>
                <a:lnTo>
                  <a:pt x="9344" y="13724"/>
                </a:lnTo>
                <a:lnTo>
                  <a:pt x="9417" y="13554"/>
                </a:lnTo>
                <a:lnTo>
                  <a:pt x="9490" y="13359"/>
                </a:lnTo>
                <a:lnTo>
                  <a:pt x="9490" y="13311"/>
                </a:lnTo>
                <a:lnTo>
                  <a:pt x="9441" y="13286"/>
                </a:lnTo>
                <a:lnTo>
                  <a:pt x="9393" y="13262"/>
                </a:lnTo>
                <a:lnTo>
                  <a:pt x="9368" y="13311"/>
                </a:lnTo>
                <a:lnTo>
                  <a:pt x="9247" y="13481"/>
                </a:lnTo>
                <a:lnTo>
                  <a:pt x="9149" y="13627"/>
                </a:lnTo>
                <a:lnTo>
                  <a:pt x="8906" y="13943"/>
                </a:lnTo>
                <a:lnTo>
                  <a:pt x="8736" y="14162"/>
                </a:lnTo>
                <a:lnTo>
                  <a:pt x="8663" y="14284"/>
                </a:lnTo>
                <a:lnTo>
                  <a:pt x="8638" y="14430"/>
                </a:lnTo>
                <a:lnTo>
                  <a:pt x="8419" y="14333"/>
                </a:lnTo>
                <a:lnTo>
                  <a:pt x="8492" y="14065"/>
                </a:lnTo>
                <a:lnTo>
                  <a:pt x="8541" y="13846"/>
                </a:lnTo>
                <a:lnTo>
                  <a:pt x="8711" y="13384"/>
                </a:lnTo>
                <a:lnTo>
                  <a:pt x="8833" y="13165"/>
                </a:lnTo>
                <a:lnTo>
                  <a:pt x="8955" y="12946"/>
                </a:lnTo>
                <a:lnTo>
                  <a:pt x="8955" y="12897"/>
                </a:lnTo>
                <a:lnTo>
                  <a:pt x="8930" y="12848"/>
                </a:lnTo>
                <a:lnTo>
                  <a:pt x="8882" y="12848"/>
                </a:lnTo>
                <a:lnTo>
                  <a:pt x="8833" y="12873"/>
                </a:lnTo>
                <a:lnTo>
                  <a:pt x="8687" y="13092"/>
                </a:lnTo>
                <a:lnTo>
                  <a:pt x="8565" y="13286"/>
                </a:lnTo>
                <a:lnTo>
                  <a:pt x="8444" y="13505"/>
                </a:lnTo>
                <a:lnTo>
                  <a:pt x="8322" y="13749"/>
                </a:lnTo>
                <a:lnTo>
                  <a:pt x="8225" y="13968"/>
                </a:lnTo>
                <a:lnTo>
                  <a:pt x="8176" y="14089"/>
                </a:lnTo>
                <a:lnTo>
                  <a:pt x="8152" y="14211"/>
                </a:lnTo>
                <a:lnTo>
                  <a:pt x="7762" y="14041"/>
                </a:lnTo>
                <a:lnTo>
                  <a:pt x="7908" y="13627"/>
                </a:lnTo>
                <a:lnTo>
                  <a:pt x="8103" y="13213"/>
                </a:lnTo>
                <a:lnTo>
                  <a:pt x="8322" y="12800"/>
                </a:lnTo>
                <a:lnTo>
                  <a:pt x="8322" y="12751"/>
                </a:lnTo>
                <a:lnTo>
                  <a:pt x="8298" y="12727"/>
                </a:lnTo>
                <a:lnTo>
                  <a:pt x="8249" y="12727"/>
                </a:lnTo>
                <a:lnTo>
                  <a:pt x="7908" y="13140"/>
                </a:lnTo>
                <a:lnTo>
                  <a:pt x="7762" y="13335"/>
                </a:lnTo>
                <a:lnTo>
                  <a:pt x="7616" y="13578"/>
                </a:lnTo>
                <a:lnTo>
                  <a:pt x="7543" y="13700"/>
                </a:lnTo>
                <a:lnTo>
                  <a:pt x="7470" y="13870"/>
                </a:lnTo>
                <a:lnTo>
                  <a:pt x="7130" y="13700"/>
                </a:lnTo>
                <a:lnTo>
                  <a:pt x="7154" y="13554"/>
                </a:lnTo>
                <a:lnTo>
                  <a:pt x="7178" y="13408"/>
                </a:lnTo>
                <a:lnTo>
                  <a:pt x="7300" y="13165"/>
                </a:lnTo>
                <a:lnTo>
                  <a:pt x="7495" y="12751"/>
                </a:lnTo>
                <a:lnTo>
                  <a:pt x="7689" y="12313"/>
                </a:lnTo>
                <a:lnTo>
                  <a:pt x="7689" y="12289"/>
                </a:lnTo>
                <a:lnTo>
                  <a:pt x="7665" y="12264"/>
                </a:lnTo>
                <a:lnTo>
                  <a:pt x="7641" y="12264"/>
                </a:lnTo>
                <a:lnTo>
                  <a:pt x="7616" y="12289"/>
                </a:lnTo>
                <a:lnTo>
                  <a:pt x="7397" y="12581"/>
                </a:lnTo>
                <a:lnTo>
                  <a:pt x="7178" y="12873"/>
                </a:lnTo>
                <a:lnTo>
                  <a:pt x="7081" y="13043"/>
                </a:lnTo>
                <a:lnTo>
                  <a:pt x="7008" y="13189"/>
                </a:lnTo>
                <a:lnTo>
                  <a:pt x="6935" y="13359"/>
                </a:lnTo>
                <a:lnTo>
                  <a:pt x="6886" y="13530"/>
                </a:lnTo>
                <a:lnTo>
                  <a:pt x="6570" y="13335"/>
                </a:lnTo>
                <a:lnTo>
                  <a:pt x="6692" y="13043"/>
                </a:lnTo>
                <a:lnTo>
                  <a:pt x="6813" y="12751"/>
                </a:lnTo>
                <a:lnTo>
                  <a:pt x="7105" y="12216"/>
                </a:lnTo>
                <a:lnTo>
                  <a:pt x="7130" y="12191"/>
                </a:lnTo>
                <a:lnTo>
                  <a:pt x="7105" y="12167"/>
                </a:lnTo>
                <a:lnTo>
                  <a:pt x="7057" y="12167"/>
                </a:lnTo>
                <a:lnTo>
                  <a:pt x="6838" y="12386"/>
                </a:lnTo>
                <a:lnTo>
                  <a:pt x="6619" y="12629"/>
                </a:lnTo>
                <a:lnTo>
                  <a:pt x="6448" y="12897"/>
                </a:lnTo>
                <a:lnTo>
                  <a:pt x="6327" y="13165"/>
                </a:lnTo>
                <a:lnTo>
                  <a:pt x="6254" y="13165"/>
                </a:lnTo>
                <a:lnTo>
                  <a:pt x="6181" y="13189"/>
                </a:lnTo>
                <a:lnTo>
                  <a:pt x="6132" y="13238"/>
                </a:lnTo>
                <a:lnTo>
                  <a:pt x="6083" y="13286"/>
                </a:lnTo>
                <a:lnTo>
                  <a:pt x="5937" y="13238"/>
                </a:lnTo>
                <a:lnTo>
                  <a:pt x="5791" y="13213"/>
                </a:lnTo>
                <a:lnTo>
                  <a:pt x="5816" y="13140"/>
                </a:lnTo>
                <a:lnTo>
                  <a:pt x="6059" y="12654"/>
                </a:lnTo>
                <a:lnTo>
                  <a:pt x="6254" y="12264"/>
                </a:lnTo>
                <a:lnTo>
                  <a:pt x="6351" y="12045"/>
                </a:lnTo>
                <a:lnTo>
                  <a:pt x="6424" y="11851"/>
                </a:lnTo>
                <a:lnTo>
                  <a:pt x="6424" y="11826"/>
                </a:lnTo>
                <a:lnTo>
                  <a:pt x="6400" y="11802"/>
                </a:lnTo>
                <a:lnTo>
                  <a:pt x="6375" y="11802"/>
                </a:lnTo>
                <a:lnTo>
                  <a:pt x="6351" y="11826"/>
                </a:lnTo>
                <a:lnTo>
                  <a:pt x="6108" y="12143"/>
                </a:lnTo>
                <a:lnTo>
                  <a:pt x="5864" y="12459"/>
                </a:lnTo>
                <a:lnTo>
                  <a:pt x="5743" y="12654"/>
                </a:lnTo>
                <a:lnTo>
                  <a:pt x="5621" y="12824"/>
                </a:lnTo>
                <a:lnTo>
                  <a:pt x="5548" y="13019"/>
                </a:lnTo>
                <a:lnTo>
                  <a:pt x="5475" y="13213"/>
                </a:lnTo>
                <a:lnTo>
                  <a:pt x="5451" y="13213"/>
                </a:lnTo>
                <a:lnTo>
                  <a:pt x="5183" y="13189"/>
                </a:lnTo>
                <a:lnTo>
                  <a:pt x="4891" y="13213"/>
                </a:lnTo>
                <a:lnTo>
                  <a:pt x="5037" y="12921"/>
                </a:lnTo>
                <a:lnTo>
                  <a:pt x="5353" y="12410"/>
                </a:lnTo>
                <a:lnTo>
                  <a:pt x="5451" y="12240"/>
                </a:lnTo>
                <a:lnTo>
                  <a:pt x="5524" y="12070"/>
                </a:lnTo>
                <a:lnTo>
                  <a:pt x="5548" y="11972"/>
                </a:lnTo>
                <a:lnTo>
                  <a:pt x="5548" y="11899"/>
                </a:lnTo>
                <a:lnTo>
                  <a:pt x="5524" y="11802"/>
                </a:lnTo>
                <a:lnTo>
                  <a:pt x="5475" y="11729"/>
                </a:lnTo>
                <a:lnTo>
                  <a:pt x="5451" y="11729"/>
                </a:lnTo>
                <a:lnTo>
                  <a:pt x="5451" y="11753"/>
                </a:lnTo>
                <a:lnTo>
                  <a:pt x="5426" y="11802"/>
                </a:lnTo>
                <a:lnTo>
                  <a:pt x="5378" y="11875"/>
                </a:lnTo>
                <a:lnTo>
                  <a:pt x="5280" y="11997"/>
                </a:lnTo>
                <a:lnTo>
                  <a:pt x="4988" y="12435"/>
                </a:lnTo>
                <a:lnTo>
                  <a:pt x="4745" y="12800"/>
                </a:lnTo>
                <a:lnTo>
                  <a:pt x="4623" y="13019"/>
                </a:lnTo>
                <a:lnTo>
                  <a:pt x="4599" y="13140"/>
                </a:lnTo>
                <a:lnTo>
                  <a:pt x="4599" y="13238"/>
                </a:lnTo>
                <a:lnTo>
                  <a:pt x="4599" y="13262"/>
                </a:lnTo>
                <a:lnTo>
                  <a:pt x="4575" y="13262"/>
                </a:lnTo>
                <a:lnTo>
                  <a:pt x="4550" y="11802"/>
                </a:lnTo>
                <a:lnTo>
                  <a:pt x="4550" y="10537"/>
                </a:lnTo>
                <a:lnTo>
                  <a:pt x="4526" y="9271"/>
                </a:lnTo>
                <a:lnTo>
                  <a:pt x="4477" y="8396"/>
                </a:lnTo>
                <a:lnTo>
                  <a:pt x="4477" y="7520"/>
                </a:lnTo>
                <a:lnTo>
                  <a:pt x="4453" y="7130"/>
                </a:lnTo>
                <a:lnTo>
                  <a:pt x="4453" y="6863"/>
                </a:lnTo>
                <a:lnTo>
                  <a:pt x="4453" y="6595"/>
                </a:lnTo>
                <a:lnTo>
                  <a:pt x="4648" y="6619"/>
                </a:lnTo>
                <a:lnTo>
                  <a:pt x="4818" y="6619"/>
                </a:lnTo>
                <a:lnTo>
                  <a:pt x="5183" y="6595"/>
                </a:lnTo>
                <a:lnTo>
                  <a:pt x="5791" y="6595"/>
                </a:lnTo>
                <a:lnTo>
                  <a:pt x="6010" y="6571"/>
                </a:lnTo>
                <a:lnTo>
                  <a:pt x="6108" y="6522"/>
                </a:lnTo>
                <a:lnTo>
                  <a:pt x="6156" y="6449"/>
                </a:lnTo>
                <a:lnTo>
                  <a:pt x="6546" y="6230"/>
                </a:lnTo>
                <a:lnTo>
                  <a:pt x="6935" y="5962"/>
                </a:lnTo>
                <a:lnTo>
                  <a:pt x="7300" y="5646"/>
                </a:lnTo>
                <a:lnTo>
                  <a:pt x="7665" y="5330"/>
                </a:lnTo>
                <a:lnTo>
                  <a:pt x="8006" y="4989"/>
                </a:lnTo>
                <a:lnTo>
                  <a:pt x="8322" y="4648"/>
                </a:lnTo>
                <a:lnTo>
                  <a:pt x="8930" y="3943"/>
                </a:lnTo>
                <a:lnTo>
                  <a:pt x="9003" y="3870"/>
                </a:lnTo>
                <a:lnTo>
                  <a:pt x="9003" y="3797"/>
                </a:lnTo>
                <a:lnTo>
                  <a:pt x="9003" y="3699"/>
                </a:lnTo>
                <a:lnTo>
                  <a:pt x="8979" y="3626"/>
                </a:lnTo>
                <a:lnTo>
                  <a:pt x="9125" y="3456"/>
                </a:lnTo>
                <a:lnTo>
                  <a:pt x="9247" y="3286"/>
                </a:lnTo>
                <a:lnTo>
                  <a:pt x="9514" y="2872"/>
                </a:lnTo>
                <a:lnTo>
                  <a:pt x="9709" y="2434"/>
                </a:lnTo>
                <a:lnTo>
                  <a:pt x="9855" y="2020"/>
                </a:lnTo>
                <a:lnTo>
                  <a:pt x="10074" y="1266"/>
                </a:lnTo>
                <a:lnTo>
                  <a:pt x="10195" y="877"/>
                </a:lnTo>
                <a:lnTo>
                  <a:pt x="10341" y="512"/>
                </a:lnTo>
                <a:lnTo>
                  <a:pt x="10341" y="488"/>
                </a:lnTo>
                <a:close/>
                <a:moveTo>
                  <a:pt x="10536" y="1"/>
                </a:moveTo>
                <a:lnTo>
                  <a:pt x="10366" y="25"/>
                </a:lnTo>
                <a:lnTo>
                  <a:pt x="10195" y="74"/>
                </a:lnTo>
                <a:lnTo>
                  <a:pt x="10049" y="171"/>
                </a:lnTo>
                <a:lnTo>
                  <a:pt x="10025" y="196"/>
                </a:lnTo>
                <a:lnTo>
                  <a:pt x="9952" y="244"/>
                </a:lnTo>
                <a:lnTo>
                  <a:pt x="9903" y="293"/>
                </a:lnTo>
                <a:lnTo>
                  <a:pt x="9782" y="415"/>
                </a:lnTo>
                <a:lnTo>
                  <a:pt x="9709" y="585"/>
                </a:lnTo>
                <a:lnTo>
                  <a:pt x="9636" y="780"/>
                </a:lnTo>
                <a:lnTo>
                  <a:pt x="9539" y="1169"/>
                </a:lnTo>
                <a:lnTo>
                  <a:pt x="9466" y="1509"/>
                </a:lnTo>
                <a:lnTo>
                  <a:pt x="9320" y="1972"/>
                </a:lnTo>
                <a:lnTo>
                  <a:pt x="9247" y="2215"/>
                </a:lnTo>
                <a:lnTo>
                  <a:pt x="9149" y="2458"/>
                </a:lnTo>
                <a:lnTo>
                  <a:pt x="9003" y="2726"/>
                </a:lnTo>
                <a:lnTo>
                  <a:pt x="8833" y="2994"/>
                </a:lnTo>
                <a:lnTo>
                  <a:pt x="8663" y="3286"/>
                </a:lnTo>
                <a:lnTo>
                  <a:pt x="8614" y="3407"/>
                </a:lnTo>
                <a:lnTo>
                  <a:pt x="8565" y="3578"/>
                </a:lnTo>
                <a:lnTo>
                  <a:pt x="7324" y="4867"/>
                </a:lnTo>
                <a:lnTo>
                  <a:pt x="6692" y="5500"/>
                </a:lnTo>
                <a:lnTo>
                  <a:pt x="6035" y="6108"/>
                </a:lnTo>
                <a:lnTo>
                  <a:pt x="5937" y="6084"/>
                </a:lnTo>
                <a:lnTo>
                  <a:pt x="5524" y="6084"/>
                </a:lnTo>
                <a:lnTo>
                  <a:pt x="5110" y="6133"/>
                </a:lnTo>
                <a:lnTo>
                  <a:pt x="4867" y="6133"/>
                </a:lnTo>
                <a:lnTo>
                  <a:pt x="4599" y="6157"/>
                </a:lnTo>
                <a:lnTo>
                  <a:pt x="4599" y="6157"/>
                </a:lnTo>
                <a:lnTo>
                  <a:pt x="4623" y="6133"/>
                </a:lnTo>
                <a:lnTo>
                  <a:pt x="4623" y="6084"/>
                </a:lnTo>
                <a:lnTo>
                  <a:pt x="4599" y="5987"/>
                </a:lnTo>
                <a:lnTo>
                  <a:pt x="4526" y="5914"/>
                </a:lnTo>
                <a:lnTo>
                  <a:pt x="4453" y="5889"/>
                </a:lnTo>
                <a:lnTo>
                  <a:pt x="4404" y="5816"/>
                </a:lnTo>
                <a:lnTo>
                  <a:pt x="4331" y="5768"/>
                </a:lnTo>
                <a:lnTo>
                  <a:pt x="4112" y="5670"/>
                </a:lnTo>
                <a:lnTo>
                  <a:pt x="3869" y="5622"/>
                </a:lnTo>
                <a:lnTo>
                  <a:pt x="3626" y="5597"/>
                </a:lnTo>
                <a:lnTo>
                  <a:pt x="2871" y="5597"/>
                </a:lnTo>
                <a:lnTo>
                  <a:pt x="2385" y="5646"/>
                </a:lnTo>
                <a:lnTo>
                  <a:pt x="2166" y="5646"/>
                </a:lnTo>
                <a:lnTo>
                  <a:pt x="1922" y="5622"/>
                </a:lnTo>
                <a:lnTo>
                  <a:pt x="1412" y="5597"/>
                </a:lnTo>
                <a:lnTo>
                  <a:pt x="1144" y="5597"/>
                </a:lnTo>
                <a:lnTo>
                  <a:pt x="901" y="5622"/>
                </a:lnTo>
                <a:lnTo>
                  <a:pt x="682" y="5670"/>
                </a:lnTo>
                <a:lnTo>
                  <a:pt x="463" y="5792"/>
                </a:lnTo>
                <a:lnTo>
                  <a:pt x="365" y="5792"/>
                </a:lnTo>
                <a:lnTo>
                  <a:pt x="317" y="5841"/>
                </a:lnTo>
                <a:lnTo>
                  <a:pt x="292" y="5889"/>
                </a:lnTo>
                <a:lnTo>
                  <a:pt x="244" y="6133"/>
                </a:lnTo>
                <a:lnTo>
                  <a:pt x="219" y="6400"/>
                </a:lnTo>
                <a:lnTo>
                  <a:pt x="219" y="6911"/>
                </a:lnTo>
                <a:lnTo>
                  <a:pt x="195" y="7422"/>
                </a:lnTo>
                <a:lnTo>
                  <a:pt x="171" y="7933"/>
                </a:lnTo>
                <a:lnTo>
                  <a:pt x="146" y="8493"/>
                </a:lnTo>
                <a:lnTo>
                  <a:pt x="146" y="9028"/>
                </a:lnTo>
                <a:lnTo>
                  <a:pt x="146" y="10123"/>
                </a:lnTo>
                <a:lnTo>
                  <a:pt x="171" y="10707"/>
                </a:lnTo>
                <a:lnTo>
                  <a:pt x="171" y="11267"/>
                </a:lnTo>
                <a:lnTo>
                  <a:pt x="122" y="12386"/>
                </a:lnTo>
                <a:lnTo>
                  <a:pt x="98" y="13530"/>
                </a:lnTo>
                <a:lnTo>
                  <a:pt x="98" y="14162"/>
                </a:lnTo>
                <a:lnTo>
                  <a:pt x="73" y="14479"/>
                </a:lnTo>
                <a:lnTo>
                  <a:pt x="25" y="14795"/>
                </a:lnTo>
                <a:lnTo>
                  <a:pt x="0" y="14868"/>
                </a:lnTo>
                <a:lnTo>
                  <a:pt x="25" y="14965"/>
                </a:lnTo>
                <a:lnTo>
                  <a:pt x="73" y="15014"/>
                </a:lnTo>
                <a:lnTo>
                  <a:pt x="122" y="15063"/>
                </a:lnTo>
                <a:lnTo>
                  <a:pt x="195" y="15087"/>
                </a:lnTo>
                <a:lnTo>
                  <a:pt x="268" y="15111"/>
                </a:lnTo>
                <a:lnTo>
                  <a:pt x="341" y="15087"/>
                </a:lnTo>
                <a:lnTo>
                  <a:pt x="414" y="15038"/>
                </a:lnTo>
                <a:lnTo>
                  <a:pt x="463" y="15087"/>
                </a:lnTo>
                <a:lnTo>
                  <a:pt x="536" y="15111"/>
                </a:lnTo>
                <a:lnTo>
                  <a:pt x="998" y="15136"/>
                </a:lnTo>
                <a:lnTo>
                  <a:pt x="1460" y="15136"/>
                </a:lnTo>
                <a:lnTo>
                  <a:pt x="1922" y="15111"/>
                </a:lnTo>
                <a:lnTo>
                  <a:pt x="2385" y="15087"/>
                </a:lnTo>
                <a:lnTo>
                  <a:pt x="2482" y="15087"/>
                </a:lnTo>
                <a:lnTo>
                  <a:pt x="3309" y="15014"/>
                </a:lnTo>
                <a:lnTo>
                  <a:pt x="3723" y="14990"/>
                </a:lnTo>
                <a:lnTo>
                  <a:pt x="4112" y="14965"/>
                </a:lnTo>
                <a:lnTo>
                  <a:pt x="4137" y="14965"/>
                </a:lnTo>
                <a:lnTo>
                  <a:pt x="4185" y="14990"/>
                </a:lnTo>
                <a:lnTo>
                  <a:pt x="4234" y="15014"/>
                </a:lnTo>
                <a:lnTo>
                  <a:pt x="4356" y="15014"/>
                </a:lnTo>
                <a:lnTo>
                  <a:pt x="4453" y="14941"/>
                </a:lnTo>
                <a:lnTo>
                  <a:pt x="4502" y="14917"/>
                </a:lnTo>
                <a:lnTo>
                  <a:pt x="4526" y="14868"/>
                </a:lnTo>
                <a:lnTo>
                  <a:pt x="4575" y="14746"/>
                </a:lnTo>
                <a:lnTo>
                  <a:pt x="4599" y="14600"/>
                </a:lnTo>
                <a:lnTo>
                  <a:pt x="4599" y="14333"/>
                </a:lnTo>
                <a:lnTo>
                  <a:pt x="4599" y="14065"/>
                </a:lnTo>
                <a:lnTo>
                  <a:pt x="4575" y="13797"/>
                </a:lnTo>
                <a:lnTo>
                  <a:pt x="4599" y="13773"/>
                </a:lnTo>
                <a:lnTo>
                  <a:pt x="5037" y="13724"/>
                </a:lnTo>
                <a:lnTo>
                  <a:pt x="5451" y="13676"/>
                </a:lnTo>
                <a:lnTo>
                  <a:pt x="5791" y="13700"/>
                </a:lnTo>
                <a:lnTo>
                  <a:pt x="5986" y="13676"/>
                </a:lnTo>
                <a:lnTo>
                  <a:pt x="6132" y="13627"/>
                </a:lnTo>
                <a:lnTo>
                  <a:pt x="6156" y="13651"/>
                </a:lnTo>
                <a:lnTo>
                  <a:pt x="6521" y="13895"/>
                </a:lnTo>
                <a:lnTo>
                  <a:pt x="6886" y="14138"/>
                </a:lnTo>
                <a:lnTo>
                  <a:pt x="7276" y="14357"/>
                </a:lnTo>
                <a:lnTo>
                  <a:pt x="7665" y="14552"/>
                </a:lnTo>
                <a:lnTo>
                  <a:pt x="8054" y="14722"/>
                </a:lnTo>
                <a:lnTo>
                  <a:pt x="8444" y="14892"/>
                </a:lnTo>
                <a:lnTo>
                  <a:pt x="8833" y="15038"/>
                </a:lnTo>
                <a:lnTo>
                  <a:pt x="9247" y="15160"/>
                </a:lnTo>
                <a:lnTo>
                  <a:pt x="10074" y="15403"/>
                </a:lnTo>
                <a:lnTo>
                  <a:pt x="10925" y="15574"/>
                </a:lnTo>
                <a:lnTo>
                  <a:pt x="11777" y="15695"/>
                </a:lnTo>
                <a:lnTo>
                  <a:pt x="12653" y="15817"/>
                </a:lnTo>
                <a:lnTo>
                  <a:pt x="13310" y="15866"/>
                </a:lnTo>
                <a:lnTo>
                  <a:pt x="13651" y="15890"/>
                </a:lnTo>
                <a:lnTo>
                  <a:pt x="14016" y="15866"/>
                </a:lnTo>
                <a:lnTo>
                  <a:pt x="14356" y="15866"/>
                </a:lnTo>
                <a:lnTo>
                  <a:pt x="14697" y="15793"/>
                </a:lnTo>
                <a:lnTo>
                  <a:pt x="15013" y="15720"/>
                </a:lnTo>
                <a:lnTo>
                  <a:pt x="15330" y="15598"/>
                </a:lnTo>
                <a:lnTo>
                  <a:pt x="15476" y="15525"/>
                </a:lnTo>
                <a:lnTo>
                  <a:pt x="15597" y="15452"/>
                </a:lnTo>
                <a:lnTo>
                  <a:pt x="15719" y="15355"/>
                </a:lnTo>
                <a:lnTo>
                  <a:pt x="15792" y="15257"/>
                </a:lnTo>
                <a:lnTo>
                  <a:pt x="15865" y="15160"/>
                </a:lnTo>
                <a:lnTo>
                  <a:pt x="15914" y="15038"/>
                </a:lnTo>
                <a:lnTo>
                  <a:pt x="15962" y="14941"/>
                </a:lnTo>
                <a:lnTo>
                  <a:pt x="15987" y="14819"/>
                </a:lnTo>
                <a:lnTo>
                  <a:pt x="16011" y="14552"/>
                </a:lnTo>
                <a:lnTo>
                  <a:pt x="15987" y="14284"/>
                </a:lnTo>
                <a:lnTo>
                  <a:pt x="15938" y="14016"/>
                </a:lnTo>
                <a:lnTo>
                  <a:pt x="15865" y="13749"/>
                </a:lnTo>
                <a:lnTo>
                  <a:pt x="15987" y="13651"/>
                </a:lnTo>
                <a:lnTo>
                  <a:pt x="16084" y="13530"/>
                </a:lnTo>
                <a:lnTo>
                  <a:pt x="16181" y="13408"/>
                </a:lnTo>
                <a:lnTo>
                  <a:pt x="16254" y="13262"/>
                </a:lnTo>
                <a:lnTo>
                  <a:pt x="16376" y="12946"/>
                </a:lnTo>
                <a:lnTo>
                  <a:pt x="16425" y="12654"/>
                </a:lnTo>
                <a:lnTo>
                  <a:pt x="16449" y="12410"/>
                </a:lnTo>
                <a:lnTo>
                  <a:pt x="16449" y="12070"/>
                </a:lnTo>
                <a:lnTo>
                  <a:pt x="16425" y="11875"/>
                </a:lnTo>
                <a:lnTo>
                  <a:pt x="16400" y="11680"/>
                </a:lnTo>
                <a:lnTo>
                  <a:pt x="16352" y="11534"/>
                </a:lnTo>
                <a:lnTo>
                  <a:pt x="16279" y="11388"/>
                </a:lnTo>
                <a:lnTo>
                  <a:pt x="16425" y="11267"/>
                </a:lnTo>
                <a:lnTo>
                  <a:pt x="16546" y="11096"/>
                </a:lnTo>
                <a:lnTo>
                  <a:pt x="16668" y="10926"/>
                </a:lnTo>
                <a:lnTo>
                  <a:pt x="16765" y="10756"/>
                </a:lnTo>
                <a:lnTo>
                  <a:pt x="16838" y="10561"/>
                </a:lnTo>
                <a:lnTo>
                  <a:pt x="16887" y="10342"/>
                </a:lnTo>
                <a:lnTo>
                  <a:pt x="16911" y="10147"/>
                </a:lnTo>
                <a:lnTo>
                  <a:pt x="16936" y="9953"/>
                </a:lnTo>
                <a:lnTo>
                  <a:pt x="16911" y="9758"/>
                </a:lnTo>
                <a:lnTo>
                  <a:pt x="16838" y="9515"/>
                </a:lnTo>
                <a:lnTo>
                  <a:pt x="16717" y="9271"/>
                </a:lnTo>
                <a:lnTo>
                  <a:pt x="16571" y="9053"/>
                </a:lnTo>
                <a:lnTo>
                  <a:pt x="16717" y="8931"/>
                </a:lnTo>
                <a:lnTo>
                  <a:pt x="16838" y="8785"/>
                </a:lnTo>
                <a:lnTo>
                  <a:pt x="16936" y="8615"/>
                </a:lnTo>
                <a:lnTo>
                  <a:pt x="17033" y="8444"/>
                </a:lnTo>
                <a:lnTo>
                  <a:pt x="17106" y="8274"/>
                </a:lnTo>
                <a:lnTo>
                  <a:pt x="17155" y="8079"/>
                </a:lnTo>
                <a:lnTo>
                  <a:pt x="17179" y="7885"/>
                </a:lnTo>
                <a:lnTo>
                  <a:pt x="17203" y="7690"/>
                </a:lnTo>
                <a:lnTo>
                  <a:pt x="17179" y="7447"/>
                </a:lnTo>
                <a:lnTo>
                  <a:pt x="17106" y="7252"/>
                </a:lnTo>
                <a:lnTo>
                  <a:pt x="17009" y="7057"/>
                </a:lnTo>
                <a:lnTo>
                  <a:pt x="16887" y="6887"/>
                </a:lnTo>
                <a:lnTo>
                  <a:pt x="16717" y="6741"/>
                </a:lnTo>
                <a:lnTo>
                  <a:pt x="16546" y="6619"/>
                </a:lnTo>
                <a:lnTo>
                  <a:pt x="16352" y="6498"/>
                </a:lnTo>
                <a:lnTo>
                  <a:pt x="16157" y="6400"/>
                </a:lnTo>
                <a:lnTo>
                  <a:pt x="15938" y="6303"/>
                </a:lnTo>
                <a:lnTo>
                  <a:pt x="15719" y="6206"/>
                </a:lnTo>
                <a:lnTo>
                  <a:pt x="15232" y="6084"/>
                </a:lnTo>
                <a:lnTo>
                  <a:pt x="14746" y="5987"/>
                </a:lnTo>
                <a:lnTo>
                  <a:pt x="14259" y="5938"/>
                </a:lnTo>
                <a:lnTo>
                  <a:pt x="13845" y="5889"/>
                </a:lnTo>
                <a:lnTo>
                  <a:pt x="13432" y="5865"/>
                </a:lnTo>
                <a:lnTo>
                  <a:pt x="12604" y="5841"/>
                </a:lnTo>
                <a:lnTo>
                  <a:pt x="11607" y="5841"/>
                </a:lnTo>
                <a:lnTo>
                  <a:pt x="11266" y="5865"/>
                </a:lnTo>
                <a:lnTo>
                  <a:pt x="11461" y="5354"/>
                </a:lnTo>
                <a:lnTo>
                  <a:pt x="11655" y="4843"/>
                </a:lnTo>
                <a:lnTo>
                  <a:pt x="11826" y="4308"/>
                </a:lnTo>
                <a:lnTo>
                  <a:pt x="11996" y="3797"/>
                </a:lnTo>
                <a:lnTo>
                  <a:pt x="12142" y="3261"/>
                </a:lnTo>
                <a:lnTo>
                  <a:pt x="12239" y="2726"/>
                </a:lnTo>
                <a:lnTo>
                  <a:pt x="12264" y="2458"/>
                </a:lnTo>
                <a:lnTo>
                  <a:pt x="12264" y="2191"/>
                </a:lnTo>
                <a:lnTo>
                  <a:pt x="12239" y="1899"/>
                </a:lnTo>
                <a:lnTo>
                  <a:pt x="12215" y="1631"/>
                </a:lnTo>
                <a:lnTo>
                  <a:pt x="12166" y="1412"/>
                </a:lnTo>
                <a:lnTo>
                  <a:pt x="12118" y="1217"/>
                </a:lnTo>
                <a:lnTo>
                  <a:pt x="12045" y="1023"/>
                </a:lnTo>
                <a:lnTo>
                  <a:pt x="11972" y="853"/>
                </a:lnTo>
                <a:lnTo>
                  <a:pt x="11850" y="682"/>
                </a:lnTo>
                <a:lnTo>
                  <a:pt x="11728" y="512"/>
                </a:lnTo>
                <a:lnTo>
                  <a:pt x="11582" y="366"/>
                </a:lnTo>
                <a:lnTo>
                  <a:pt x="11412" y="220"/>
                </a:lnTo>
                <a:lnTo>
                  <a:pt x="11266" y="147"/>
                </a:lnTo>
                <a:lnTo>
                  <a:pt x="11120" y="74"/>
                </a:lnTo>
                <a:lnTo>
                  <a:pt x="10925" y="25"/>
                </a:lnTo>
                <a:lnTo>
                  <a:pt x="1073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6EEF3B1-7842-4452-97FA-AE283BEC80F2}" vid="{3AB67E1A-52C6-42DE-9D61-34538EA60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425</TotalTime>
  <Words>840</Words>
  <Application>Microsoft Office PowerPoint</Application>
  <PresentationFormat>Widescreen</PresentationFormat>
  <Paragraphs>113</Paragraphs>
  <Slides>26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Amatic SC</vt:lpstr>
      <vt:lpstr>Arial</vt:lpstr>
      <vt:lpstr>Bahnschrift</vt:lpstr>
      <vt:lpstr>Calibri</vt:lpstr>
      <vt:lpstr>Courier New</vt:lpstr>
      <vt:lpstr>Helvetica</vt:lpstr>
      <vt:lpstr>Nunito</vt:lpstr>
      <vt:lpstr>Nunito SemiBold</vt:lpstr>
      <vt:lpstr>Theme1</vt:lpstr>
      <vt:lpstr>PREDICTING PRICE OF USED CAR  AREA: DATA MINING</vt:lpstr>
      <vt:lpstr>PowerPoint Presentation</vt:lpstr>
      <vt:lpstr>PowerPoint Presentation</vt:lpstr>
      <vt:lpstr>PowerPoint Presentation</vt:lpstr>
      <vt:lpstr>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Implementation</vt:lpstr>
      <vt:lpstr>PowerPoint Presentation</vt:lpstr>
      <vt:lpstr>PowerPoint Presentation</vt:lpstr>
      <vt:lpstr>Linear Regression</vt:lpstr>
      <vt:lpstr>Support Vector Regression</vt:lpstr>
      <vt:lpstr>RandomForestRegressor</vt:lpstr>
      <vt:lpstr>PowerPoint Presentation</vt:lpstr>
      <vt:lpstr>PowerPoint Presentation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 AND  DATA ANALYSIS</dc:title>
  <dc:creator>whiS</dc:creator>
  <cp:lastModifiedBy>yash nishal</cp:lastModifiedBy>
  <cp:revision>45</cp:revision>
  <dcterms:created xsi:type="dcterms:W3CDTF">2020-11-05T09:56:30Z</dcterms:created>
  <dcterms:modified xsi:type="dcterms:W3CDTF">2021-05-24T07:50:35Z</dcterms:modified>
</cp:coreProperties>
</file>